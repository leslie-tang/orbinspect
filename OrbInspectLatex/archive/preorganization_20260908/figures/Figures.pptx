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5"/>
  </p:notesMasterIdLst>
  <p:handoutMasterIdLst>
    <p:handoutMasterId r:id="rId6"/>
  </p:handoutMasterIdLst>
  <p:sldIdLst>
    <p:sldId id="257" r:id="rId2"/>
    <p:sldId id="258" r:id="rId3"/>
    <p:sldId id="259" r:id="rId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268" autoAdjust="0"/>
    <p:restoredTop sz="94660"/>
  </p:normalViewPr>
  <p:slideViewPr>
    <p:cSldViewPr snapToGrid="0" showGuides="1">
      <p:cViewPr>
        <p:scale>
          <a:sx n="110" d="100"/>
          <a:sy n="110" d="100"/>
        </p:scale>
        <p:origin x="-464" y="144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handoutMaster" Target="handoutMasters/handoutMaster1.xml"/><Relationship Id="rId5" Type="http://schemas.openxmlformats.org/officeDocument/2006/relationships/notesMaster" Target="notesMasters/notesMaster1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  <a:t>2026/6/25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  <a:t>2026/6/25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tags" Target="../tags/tag9.xml"/><Relationship Id="rId2" Type="http://schemas.openxmlformats.org/officeDocument/2006/relationships/tags" Target="../tags/tag8.xml"/><Relationship Id="rId1" Type="http://schemas.openxmlformats.org/officeDocument/2006/relationships/tags" Target="../tags/tag7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11.xml"/><Relationship Id="rId4" Type="http://schemas.openxmlformats.org/officeDocument/2006/relationships/tags" Target="../tags/tag10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tags" Target="../tags/tag14.xml"/><Relationship Id="rId2" Type="http://schemas.openxmlformats.org/officeDocument/2006/relationships/tags" Target="../tags/tag13.xml"/><Relationship Id="rId1" Type="http://schemas.openxmlformats.org/officeDocument/2006/relationships/tags" Target="../tags/tag12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16.xml"/><Relationship Id="rId4" Type="http://schemas.openxmlformats.org/officeDocument/2006/relationships/tags" Target="../tags/tag15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tags" Target="../tags/tag19.xml"/><Relationship Id="rId2" Type="http://schemas.openxmlformats.org/officeDocument/2006/relationships/tags" Target="../tags/tag18.xml"/><Relationship Id="rId1" Type="http://schemas.openxmlformats.org/officeDocument/2006/relationships/tags" Target="../tags/tag17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21.xml"/><Relationship Id="rId4" Type="http://schemas.openxmlformats.org/officeDocument/2006/relationships/tags" Target="../tags/tag20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tags" Target="../tags/tag24.xml"/><Relationship Id="rId7" Type="http://schemas.openxmlformats.org/officeDocument/2006/relationships/slideMaster" Target="../slideMasters/slideMaster1.xml"/><Relationship Id="rId2" Type="http://schemas.openxmlformats.org/officeDocument/2006/relationships/tags" Target="../tags/tag23.xml"/><Relationship Id="rId1" Type="http://schemas.openxmlformats.org/officeDocument/2006/relationships/tags" Target="../tags/tag22.xml"/><Relationship Id="rId6" Type="http://schemas.openxmlformats.org/officeDocument/2006/relationships/tags" Target="../tags/tag27.xml"/><Relationship Id="rId5" Type="http://schemas.openxmlformats.org/officeDocument/2006/relationships/tags" Target="../tags/tag26.xml"/><Relationship Id="rId4" Type="http://schemas.openxmlformats.org/officeDocument/2006/relationships/tags" Target="../tags/tag25.xml"/></Relationships>
</file>

<file path=ppt/slideLayouts/_rels/slideLayout5.xml.rels><?xml version="1.0" encoding="UTF-8" standalone="yes"?>
<Relationships xmlns="http://schemas.openxmlformats.org/package/2006/relationships"><Relationship Id="rId8" Type="http://schemas.openxmlformats.org/officeDocument/2006/relationships/tags" Target="../tags/tag35.xml"/><Relationship Id="rId3" Type="http://schemas.openxmlformats.org/officeDocument/2006/relationships/tags" Target="../tags/tag30.xml"/><Relationship Id="rId7" Type="http://schemas.openxmlformats.org/officeDocument/2006/relationships/tags" Target="../tags/tag34.xml"/><Relationship Id="rId2" Type="http://schemas.openxmlformats.org/officeDocument/2006/relationships/tags" Target="../tags/tag29.xml"/><Relationship Id="rId1" Type="http://schemas.openxmlformats.org/officeDocument/2006/relationships/tags" Target="../tags/tag28.xml"/><Relationship Id="rId6" Type="http://schemas.openxmlformats.org/officeDocument/2006/relationships/tags" Target="../tags/tag33.xml"/><Relationship Id="rId5" Type="http://schemas.openxmlformats.org/officeDocument/2006/relationships/tags" Target="../tags/tag32.xml"/><Relationship Id="rId4" Type="http://schemas.openxmlformats.org/officeDocument/2006/relationships/tags" Target="../tags/tag31.xml"/><Relationship Id="rId9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tags" Target="../tags/tag36.xml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39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tags" Target="../tags/tag42.xml"/><Relationship Id="rId2" Type="http://schemas.openxmlformats.org/officeDocument/2006/relationships/tags" Target="../tags/tag41.xml"/><Relationship Id="rId1" Type="http://schemas.openxmlformats.org/officeDocument/2006/relationships/tags" Target="../tags/tag40.xml"/><Relationship Id="rId4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tags" Target="../tags/tag45.xml"/><Relationship Id="rId7" Type="http://schemas.openxmlformats.org/officeDocument/2006/relationships/slideMaster" Target="../slideMasters/slideMaster1.xml"/><Relationship Id="rId2" Type="http://schemas.openxmlformats.org/officeDocument/2006/relationships/tags" Target="../tags/tag44.xml"/><Relationship Id="rId1" Type="http://schemas.openxmlformats.org/officeDocument/2006/relationships/tags" Target="../tags/tag43.xml"/><Relationship Id="rId6" Type="http://schemas.openxmlformats.org/officeDocument/2006/relationships/tags" Target="../tags/tag48.xml"/><Relationship Id="rId5" Type="http://schemas.openxmlformats.org/officeDocument/2006/relationships/tags" Target="../tags/tag47.xml"/><Relationship Id="rId4" Type="http://schemas.openxmlformats.org/officeDocument/2006/relationships/tags" Target="../tags/tag46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tags" Target="../tags/tag51.xml"/><Relationship Id="rId2" Type="http://schemas.openxmlformats.org/officeDocument/2006/relationships/tags" Target="../tags/tag50.xml"/><Relationship Id="rId1" Type="http://schemas.openxmlformats.org/officeDocument/2006/relationships/tags" Target="../tags/tag49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53.xml"/><Relationship Id="rId4" Type="http://schemas.openxmlformats.org/officeDocument/2006/relationships/tags" Target="../tags/tag52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tags" Target="../tags/tag56.xml"/><Relationship Id="rId2" Type="http://schemas.openxmlformats.org/officeDocument/2006/relationships/tags" Target="../tags/tag55.xml"/><Relationship Id="rId1" Type="http://schemas.openxmlformats.org/officeDocument/2006/relationships/tags" Target="../tags/tag54.xml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57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tags" Target="../tags/tag60.xml"/><Relationship Id="rId2" Type="http://schemas.openxmlformats.org/officeDocument/2006/relationships/tags" Target="../tags/tag59.xml"/><Relationship Id="rId1" Type="http://schemas.openxmlformats.org/officeDocument/2006/relationships/tags" Target="../tags/tag58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62.xml"/><Relationship Id="rId4" Type="http://schemas.openxmlformats.org/officeDocument/2006/relationships/tags" Target="../tags/tag6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2026/6/25</a:t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2026/6/25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1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2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2026/6/25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2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3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2026/6/25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2"/>
            </p:custDataLst>
          </p:nvPr>
        </p:nvSpPr>
        <p:spPr>
          <a:xfrm>
            <a:off x="608400" y="1404000"/>
            <a:ext cx="5342400" cy="4140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3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4"/>
            </p:custDataLst>
          </p:nvPr>
        </p:nvSpPr>
        <p:spPr>
          <a:xfrm>
            <a:off x="6235750" y="1404000"/>
            <a:ext cx="5342400" cy="4140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单击此处编辑文本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5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2026/6/25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2026/6/25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2026/6/25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1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2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  <a:t>2026/6/25</a:t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6"/>
            </p:custDataLst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1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/>
              <a:t>单击此处编辑标题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2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2026/6/25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2026/6/25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4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2026/6/25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4"/>
            </p:custDataLst>
          </p:nvPr>
        </p:nvSpPr>
        <p:spPr>
          <a:xfrm>
            <a:off x="1198800" y="2397600"/>
            <a:ext cx="9799200" cy="11052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/>
              <a:t>单击此处编辑标题</a:t>
            </a:r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5"/>
            </p:custDataLst>
          </p:nvPr>
        </p:nvSpPr>
        <p:spPr>
          <a:xfrm>
            <a:off x="1198800" y="3560400"/>
            <a:ext cx="9799200" cy="5040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ags" Target="../tags/tag1.xml"/><Relationship Id="rId18" Type="http://schemas.openxmlformats.org/officeDocument/2006/relationships/tags" Target="../tags/tag6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17" Type="http://schemas.openxmlformats.org/officeDocument/2006/relationships/tags" Target="../tags/tag5.xml"/><Relationship Id="rId2" Type="http://schemas.openxmlformats.org/officeDocument/2006/relationships/slideLayout" Target="../slideLayouts/slideLayout2.xml"/><Relationship Id="rId16" Type="http://schemas.openxmlformats.org/officeDocument/2006/relationships/tags" Target="../tags/tag4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ags" Target="../tags/tag3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ags" Target="../tags/tag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4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5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6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  <a:t>2026/6/25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7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8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  <p:custDataLst>
      <p:tags r:id="rId13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ea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9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9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9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9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矩形 161">
            <a:extLst>
              <a:ext uri="{FF2B5EF4-FFF2-40B4-BE49-F238E27FC236}">
                <a16:creationId xmlns:a16="http://schemas.microsoft.com/office/drawing/2014/main" id="{A1E07CC8-5012-5177-1536-A116C2AC16E9}"/>
              </a:ext>
            </a:extLst>
          </p:cNvPr>
          <p:cNvSpPr/>
          <p:nvPr/>
        </p:nvSpPr>
        <p:spPr>
          <a:xfrm>
            <a:off x="1286987" y="0"/>
            <a:ext cx="7772400" cy="5097399"/>
          </a:xfrm>
          <a:prstGeom prst="rect">
            <a:avLst/>
          </a:prstGeom>
          <a:solidFill>
            <a:srgbClr val="FFFFFF"/>
          </a:solidFill>
          <a:ln w="4858" cap="flat">
            <a:noFill/>
            <a:prstDash val="solid"/>
            <a:miter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3" name="矩形 162">
            <a:extLst>
              <a:ext uri="{FF2B5EF4-FFF2-40B4-BE49-F238E27FC236}">
                <a16:creationId xmlns:a16="http://schemas.microsoft.com/office/drawing/2014/main" id="{ED3CB70B-85D6-6D53-BFF2-7C695AECE383}"/>
              </a:ext>
            </a:extLst>
          </p:cNvPr>
          <p:cNvSpPr/>
          <p:nvPr/>
        </p:nvSpPr>
        <p:spPr>
          <a:xfrm>
            <a:off x="1335564" y="48546"/>
            <a:ext cx="3789045" cy="2427332"/>
          </a:xfrm>
          <a:prstGeom prst="rect">
            <a:avLst/>
          </a:prstGeom>
          <a:solidFill>
            <a:srgbClr val="FFFFFF"/>
          </a:solidFill>
          <a:ln w="7772" cap="flat">
            <a:solidFill>
              <a:srgbClr val="1F5FBF"/>
            </a:solidFill>
            <a:prstDash val="solid"/>
            <a:miter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4" name="文本框 163">
            <a:extLst>
              <a:ext uri="{FF2B5EF4-FFF2-40B4-BE49-F238E27FC236}">
                <a16:creationId xmlns:a16="http://schemas.microsoft.com/office/drawing/2014/main" id="{8618002D-B0FA-7BE7-547B-AA65BBDB82E9}"/>
              </a:ext>
            </a:extLst>
          </p:cNvPr>
          <p:cNvSpPr txBox="1"/>
          <p:nvPr/>
        </p:nvSpPr>
        <p:spPr>
          <a:xfrm>
            <a:off x="1331564" y="32310"/>
            <a:ext cx="333728" cy="32465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3225" b="1" spc="0" baseline="0">
                <a:ln/>
                <a:solidFill>
                  <a:srgbClr val="0D2F6F"/>
                </a:solidFill>
                <a:latin typeface="Arial"/>
                <a:cs typeface="Arial"/>
                <a:sym typeface="Arial"/>
                <a:rtl val="0"/>
              </a:rPr>
              <a:t>A</a:t>
            </a:r>
          </a:p>
        </p:txBody>
      </p:sp>
      <p:sp>
        <p:nvSpPr>
          <p:cNvPr id="165" name="文本框 164">
            <a:extLst>
              <a:ext uri="{FF2B5EF4-FFF2-40B4-BE49-F238E27FC236}">
                <a16:creationId xmlns:a16="http://schemas.microsoft.com/office/drawing/2014/main" id="{B7662DB7-426B-1336-F6FB-14898D349676}"/>
              </a:ext>
            </a:extLst>
          </p:cNvPr>
          <p:cNvSpPr txBox="1"/>
          <p:nvPr/>
        </p:nvSpPr>
        <p:spPr>
          <a:xfrm>
            <a:off x="1642460" y="77433"/>
            <a:ext cx="2063241" cy="2270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1875" b="1" spc="0" baseline="0">
                <a:ln/>
                <a:solidFill>
                  <a:srgbClr val="0D2F6F"/>
                </a:solidFill>
                <a:latin typeface="Arial"/>
                <a:cs typeface="Arial"/>
                <a:sym typeface="Arial"/>
                <a:rtl val="0"/>
              </a:rPr>
              <a:t>Orbital inspection in LVLH frame</a:t>
            </a:r>
          </a:p>
        </p:txBody>
      </p:sp>
      <p:pic>
        <p:nvPicPr>
          <p:cNvPr id="166" name="图片 165">
            <a:extLst>
              <a:ext uri="{FF2B5EF4-FFF2-40B4-BE49-F238E27FC236}">
                <a16:creationId xmlns:a16="http://schemas.microsoft.com/office/drawing/2014/main" id="{5AB295A8-7D00-8EBF-61E4-DA1274F368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1908" y="527265"/>
            <a:ext cx="2856357" cy="1196615"/>
          </a:xfrm>
          <a:custGeom>
            <a:avLst/>
            <a:gdLst>
              <a:gd name="csX0" fmla="*/ -621 w 2856357"/>
              <a:gd name="csY0" fmla="*/ -196 h 1196615"/>
              <a:gd name="csX1" fmla="*/ 2855736 w 2856357"/>
              <a:gd name="csY1" fmla="*/ -196 h 1196615"/>
              <a:gd name="csX2" fmla="*/ 2855736 w 2856357"/>
              <a:gd name="csY2" fmla="*/ 1196420 h 1196615"/>
              <a:gd name="csX3" fmla="*/ -621 w 2856357"/>
              <a:gd name="csY3" fmla="*/ 1196420 h 119661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2856357" h="1196615">
                <a:moveTo>
                  <a:pt x="-621" y="-196"/>
                </a:moveTo>
                <a:lnTo>
                  <a:pt x="2855736" y="-196"/>
                </a:lnTo>
                <a:lnTo>
                  <a:pt x="2855736" y="1196420"/>
                </a:lnTo>
                <a:lnTo>
                  <a:pt x="-621" y="1196420"/>
                </a:lnTo>
                <a:close/>
              </a:path>
            </a:pathLst>
          </a:custGeom>
        </p:spPr>
      </p:pic>
      <p:sp>
        <p:nvSpPr>
          <p:cNvPr id="167" name="椭圆 166">
            <a:extLst>
              <a:ext uri="{FF2B5EF4-FFF2-40B4-BE49-F238E27FC236}">
                <a16:creationId xmlns:a16="http://schemas.microsoft.com/office/drawing/2014/main" id="{552C9FB7-E066-EB78-5B86-1918891B8A55}"/>
              </a:ext>
            </a:extLst>
          </p:cNvPr>
          <p:cNvSpPr/>
          <p:nvPr/>
        </p:nvSpPr>
        <p:spPr>
          <a:xfrm>
            <a:off x="1627029" y="436919"/>
            <a:ext cx="3206115" cy="1407853"/>
          </a:xfrm>
          <a:prstGeom prst="ellipse">
            <a:avLst/>
          </a:prstGeom>
          <a:solidFill>
            <a:srgbClr val="1F5FBF">
              <a:alpha val="4000"/>
            </a:srgbClr>
          </a:solidFill>
          <a:ln w="6315" cap="flat">
            <a:solidFill>
              <a:srgbClr val="5B8FD8"/>
            </a:solidFill>
            <a:prstDash val="solid"/>
            <a:miter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8" name="椭圆 167">
            <a:extLst>
              <a:ext uri="{FF2B5EF4-FFF2-40B4-BE49-F238E27FC236}">
                <a16:creationId xmlns:a16="http://schemas.microsoft.com/office/drawing/2014/main" id="{413D0AD1-00A4-C3FF-F36B-0A90DF78A090}"/>
              </a:ext>
            </a:extLst>
          </p:cNvPr>
          <p:cNvSpPr/>
          <p:nvPr/>
        </p:nvSpPr>
        <p:spPr>
          <a:xfrm>
            <a:off x="1724184" y="606833"/>
            <a:ext cx="3011805" cy="1068026"/>
          </a:xfrm>
          <a:prstGeom prst="ellipse">
            <a:avLst/>
          </a:prstGeom>
          <a:noFill/>
          <a:ln w="4858" cap="flat">
            <a:solidFill>
              <a:srgbClr val="5B8FD8"/>
            </a:solidFill>
            <a:custDash>
              <a:ds d="375000" sp="375000"/>
            </a:custDash>
            <a:miter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9" name="文本框 168">
            <a:extLst>
              <a:ext uri="{FF2B5EF4-FFF2-40B4-BE49-F238E27FC236}">
                <a16:creationId xmlns:a16="http://schemas.microsoft.com/office/drawing/2014/main" id="{6DF9E19C-2ACC-36FD-0465-5AE3D54B07E4}"/>
              </a:ext>
            </a:extLst>
          </p:cNvPr>
          <p:cNvSpPr txBox="1"/>
          <p:nvPr/>
        </p:nvSpPr>
        <p:spPr>
          <a:xfrm>
            <a:off x="2434273" y="1669100"/>
            <a:ext cx="684909" cy="16194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975" spc="0" baseline="0">
                <a:ln/>
                <a:solidFill>
                  <a:srgbClr val="3F444A"/>
                </a:solidFill>
                <a:latin typeface="Arial"/>
                <a:cs typeface="Arial"/>
                <a:sym typeface="Arial"/>
                <a:rtl val="0"/>
              </a:rPr>
              <a:t>Keep-out ellipsoid</a:t>
            </a:r>
          </a:p>
        </p:txBody>
      </p:sp>
      <p:grpSp>
        <p:nvGrpSpPr>
          <p:cNvPr id="170" name="图形 159">
            <a:extLst>
              <a:ext uri="{FF2B5EF4-FFF2-40B4-BE49-F238E27FC236}">
                <a16:creationId xmlns:a16="http://schemas.microsoft.com/office/drawing/2014/main" id="{673B1115-D8E8-6ED1-E886-8A4A4F8FD76C}"/>
              </a:ext>
            </a:extLst>
          </p:cNvPr>
          <p:cNvGrpSpPr/>
          <p:nvPr/>
        </p:nvGrpSpPr>
        <p:grpSpPr>
          <a:xfrm>
            <a:off x="1622178" y="873388"/>
            <a:ext cx="203053" cy="53401"/>
            <a:chOff x="1622178" y="873388"/>
            <a:chExt cx="203053" cy="53401"/>
          </a:xfrm>
        </p:grpSpPr>
        <p:sp>
          <p:nvSpPr>
            <p:cNvPr id="171" name="圆角矩形 170">
              <a:extLst>
                <a:ext uri="{FF2B5EF4-FFF2-40B4-BE49-F238E27FC236}">
                  <a16:creationId xmlns:a16="http://schemas.microsoft.com/office/drawing/2014/main" id="{FCE72D37-4C13-5445-02C5-85F2CC5D04B9}"/>
                </a:ext>
              </a:extLst>
            </p:cNvPr>
            <p:cNvSpPr/>
            <p:nvPr/>
          </p:nvSpPr>
          <p:spPr>
            <a:xfrm>
              <a:off x="1688972" y="873388"/>
              <a:ext cx="69465" cy="53401"/>
            </a:xfrm>
            <a:prstGeom prst="roundRect">
              <a:avLst>
                <a:gd name="adj" fmla="val 10006"/>
              </a:avLst>
            </a:prstGeom>
            <a:solidFill>
              <a:srgbClr val="D6DBE2"/>
            </a:solidFill>
            <a:ln w="3206" cap="flat">
              <a:solidFill>
                <a:srgbClr val="444444"/>
              </a:solidFill>
              <a:prstDash val="solid"/>
              <a:miter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2" name="矩形 171">
              <a:extLst>
                <a:ext uri="{FF2B5EF4-FFF2-40B4-BE49-F238E27FC236}">
                  <a16:creationId xmlns:a16="http://schemas.microsoft.com/office/drawing/2014/main" id="{D844277A-FC54-EECB-636F-F5F8CAD21CCF}"/>
                </a:ext>
              </a:extLst>
            </p:cNvPr>
            <p:cNvSpPr/>
            <p:nvPr/>
          </p:nvSpPr>
          <p:spPr>
            <a:xfrm>
              <a:off x="1622178" y="881398"/>
              <a:ext cx="53435" cy="37380"/>
            </a:xfrm>
            <a:prstGeom prst="rect">
              <a:avLst/>
            </a:prstGeom>
            <a:solidFill>
              <a:srgbClr val="9FB9DD"/>
            </a:solidFill>
            <a:ln w="2672" cap="flat">
              <a:solidFill>
                <a:srgbClr val="315C9C"/>
              </a:solidFill>
              <a:prstDash val="solid"/>
              <a:miter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3" name="矩形 172">
              <a:extLst>
                <a:ext uri="{FF2B5EF4-FFF2-40B4-BE49-F238E27FC236}">
                  <a16:creationId xmlns:a16="http://schemas.microsoft.com/office/drawing/2014/main" id="{A625DEE2-1675-46B9-C1FA-9E46DC5A4763}"/>
                </a:ext>
              </a:extLst>
            </p:cNvPr>
            <p:cNvSpPr/>
            <p:nvPr/>
          </p:nvSpPr>
          <p:spPr>
            <a:xfrm>
              <a:off x="1771797" y="881398"/>
              <a:ext cx="53435" cy="37380"/>
            </a:xfrm>
            <a:prstGeom prst="rect">
              <a:avLst/>
            </a:prstGeom>
            <a:solidFill>
              <a:srgbClr val="9FB9DD"/>
            </a:solidFill>
            <a:ln w="2672" cap="flat">
              <a:solidFill>
                <a:srgbClr val="315C9C"/>
              </a:solidFill>
              <a:prstDash val="solid"/>
              <a:miter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4" name="椭圆 173">
              <a:extLst>
                <a:ext uri="{FF2B5EF4-FFF2-40B4-BE49-F238E27FC236}">
                  <a16:creationId xmlns:a16="http://schemas.microsoft.com/office/drawing/2014/main" id="{61D00F6F-7718-D379-361A-B8A499449D71}"/>
                </a:ext>
              </a:extLst>
            </p:cNvPr>
            <p:cNvSpPr/>
            <p:nvPr/>
          </p:nvSpPr>
          <p:spPr>
            <a:xfrm>
              <a:off x="1715690" y="892079"/>
              <a:ext cx="16030" cy="16020"/>
            </a:xfrm>
            <a:prstGeom prst="ellipse">
              <a:avLst/>
            </a:prstGeom>
            <a:solidFill>
              <a:srgbClr val="1F5FBF"/>
            </a:solidFill>
            <a:ln w="2672" cap="flat">
              <a:noFill/>
              <a:prstDash val="solid"/>
              <a:miter/>
            </a:ln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175" name="任意形状 174">
            <a:extLst>
              <a:ext uri="{FF2B5EF4-FFF2-40B4-BE49-F238E27FC236}">
                <a16:creationId xmlns:a16="http://schemas.microsoft.com/office/drawing/2014/main" id="{5457DE5E-164D-92CE-BC8C-165E19698F1C}"/>
              </a:ext>
            </a:extLst>
          </p:cNvPr>
          <p:cNvSpPr/>
          <p:nvPr/>
        </p:nvSpPr>
        <p:spPr>
          <a:xfrm>
            <a:off x="1723705" y="900089"/>
            <a:ext cx="1506381" cy="240757"/>
          </a:xfrm>
          <a:custGeom>
            <a:avLst/>
            <a:gdLst>
              <a:gd name="csX0" fmla="*/ 0 w 1506381"/>
              <a:gd name="csY0" fmla="*/ 0 h 240757"/>
              <a:gd name="csX1" fmla="*/ 1506381 w 1506381"/>
              <a:gd name="csY1" fmla="*/ 240757 h 240757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1506381" h="240757">
                <a:moveTo>
                  <a:pt x="0" y="0"/>
                </a:moveTo>
                <a:lnTo>
                  <a:pt x="1506381" y="240757"/>
                </a:lnTo>
              </a:path>
            </a:pathLst>
          </a:custGeom>
          <a:ln w="4372" cap="flat">
            <a:solidFill>
              <a:srgbClr val="5B8FD8"/>
            </a:solidFill>
            <a:custDash>
              <a:ds d="225000" sp="300000"/>
            </a:custDash>
            <a:miter/>
          </a:ln>
        </p:spPr>
        <p:txBody>
          <a:bodyPr/>
          <a:lstStyle/>
          <a:p>
            <a:endParaRPr lang="zh-CN" altLang="en-US"/>
          </a:p>
        </p:txBody>
      </p:sp>
      <p:grpSp>
        <p:nvGrpSpPr>
          <p:cNvPr id="176" name="图形 159">
            <a:extLst>
              <a:ext uri="{FF2B5EF4-FFF2-40B4-BE49-F238E27FC236}">
                <a16:creationId xmlns:a16="http://schemas.microsoft.com/office/drawing/2014/main" id="{D9E41D88-C283-6821-12F9-2584F117A03A}"/>
              </a:ext>
            </a:extLst>
          </p:cNvPr>
          <p:cNvGrpSpPr/>
          <p:nvPr/>
        </p:nvGrpSpPr>
        <p:grpSpPr>
          <a:xfrm>
            <a:off x="1995027" y="616394"/>
            <a:ext cx="203053" cy="53401"/>
            <a:chOff x="1995027" y="616394"/>
            <a:chExt cx="203053" cy="53401"/>
          </a:xfrm>
        </p:grpSpPr>
        <p:sp>
          <p:nvSpPr>
            <p:cNvPr id="177" name="圆角矩形 176">
              <a:extLst>
                <a:ext uri="{FF2B5EF4-FFF2-40B4-BE49-F238E27FC236}">
                  <a16:creationId xmlns:a16="http://schemas.microsoft.com/office/drawing/2014/main" id="{FA40D3F5-A98F-9A68-1670-77324BAE3C6E}"/>
                </a:ext>
              </a:extLst>
            </p:cNvPr>
            <p:cNvSpPr/>
            <p:nvPr/>
          </p:nvSpPr>
          <p:spPr>
            <a:xfrm>
              <a:off x="2061821" y="616394"/>
              <a:ext cx="69465" cy="53401"/>
            </a:xfrm>
            <a:prstGeom prst="roundRect">
              <a:avLst>
                <a:gd name="adj" fmla="val 10006"/>
              </a:avLst>
            </a:prstGeom>
            <a:solidFill>
              <a:srgbClr val="D6DBE2"/>
            </a:solidFill>
            <a:ln w="3206" cap="flat">
              <a:solidFill>
                <a:srgbClr val="444444"/>
              </a:solidFill>
              <a:prstDash val="solid"/>
              <a:miter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8" name="矩形 177">
              <a:extLst>
                <a:ext uri="{FF2B5EF4-FFF2-40B4-BE49-F238E27FC236}">
                  <a16:creationId xmlns:a16="http://schemas.microsoft.com/office/drawing/2014/main" id="{88F568C2-0E21-5527-11C6-17E6551A2090}"/>
                </a:ext>
              </a:extLst>
            </p:cNvPr>
            <p:cNvSpPr/>
            <p:nvPr/>
          </p:nvSpPr>
          <p:spPr>
            <a:xfrm>
              <a:off x="1995027" y="624404"/>
              <a:ext cx="53435" cy="37380"/>
            </a:xfrm>
            <a:prstGeom prst="rect">
              <a:avLst/>
            </a:prstGeom>
            <a:solidFill>
              <a:srgbClr val="9FB9DD"/>
            </a:solidFill>
            <a:ln w="2672" cap="flat">
              <a:solidFill>
                <a:srgbClr val="315C9C"/>
              </a:solidFill>
              <a:prstDash val="solid"/>
              <a:miter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9" name="矩形 178">
              <a:extLst>
                <a:ext uri="{FF2B5EF4-FFF2-40B4-BE49-F238E27FC236}">
                  <a16:creationId xmlns:a16="http://schemas.microsoft.com/office/drawing/2014/main" id="{4D6FBABE-3ED2-515B-D457-C3CFB580915D}"/>
                </a:ext>
              </a:extLst>
            </p:cNvPr>
            <p:cNvSpPr/>
            <p:nvPr/>
          </p:nvSpPr>
          <p:spPr>
            <a:xfrm>
              <a:off x="2144645" y="624404"/>
              <a:ext cx="53435" cy="37380"/>
            </a:xfrm>
            <a:prstGeom prst="rect">
              <a:avLst/>
            </a:prstGeom>
            <a:solidFill>
              <a:srgbClr val="9FB9DD"/>
            </a:solidFill>
            <a:ln w="2672" cap="flat">
              <a:solidFill>
                <a:srgbClr val="315C9C"/>
              </a:solidFill>
              <a:prstDash val="solid"/>
              <a:miter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0" name="椭圆 179">
              <a:extLst>
                <a:ext uri="{FF2B5EF4-FFF2-40B4-BE49-F238E27FC236}">
                  <a16:creationId xmlns:a16="http://schemas.microsoft.com/office/drawing/2014/main" id="{32A5F9C6-3145-7661-F56E-DFAEA40055D5}"/>
                </a:ext>
              </a:extLst>
            </p:cNvPr>
            <p:cNvSpPr/>
            <p:nvPr/>
          </p:nvSpPr>
          <p:spPr>
            <a:xfrm>
              <a:off x="2088538" y="635085"/>
              <a:ext cx="16030" cy="16020"/>
            </a:xfrm>
            <a:prstGeom prst="ellipse">
              <a:avLst/>
            </a:prstGeom>
            <a:solidFill>
              <a:srgbClr val="1F5FBF"/>
            </a:solidFill>
            <a:ln w="2672" cap="flat">
              <a:noFill/>
              <a:prstDash val="solid"/>
              <a:miter/>
            </a:ln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181" name="任意形状 180">
            <a:extLst>
              <a:ext uri="{FF2B5EF4-FFF2-40B4-BE49-F238E27FC236}">
                <a16:creationId xmlns:a16="http://schemas.microsoft.com/office/drawing/2014/main" id="{0924A384-C538-66F9-1210-F713B554D5DC}"/>
              </a:ext>
            </a:extLst>
          </p:cNvPr>
          <p:cNvSpPr/>
          <p:nvPr/>
        </p:nvSpPr>
        <p:spPr>
          <a:xfrm>
            <a:off x="2096554" y="643095"/>
            <a:ext cx="1133532" cy="497751"/>
          </a:xfrm>
          <a:custGeom>
            <a:avLst/>
            <a:gdLst>
              <a:gd name="csX0" fmla="*/ 0 w 1133532"/>
              <a:gd name="csY0" fmla="*/ 0 h 497751"/>
              <a:gd name="csX1" fmla="*/ 1133533 w 1133532"/>
              <a:gd name="csY1" fmla="*/ 497751 h 497751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1133532" h="497751">
                <a:moveTo>
                  <a:pt x="0" y="0"/>
                </a:moveTo>
                <a:lnTo>
                  <a:pt x="1133533" y="497751"/>
                </a:lnTo>
              </a:path>
            </a:pathLst>
          </a:custGeom>
          <a:ln w="4372" cap="flat">
            <a:solidFill>
              <a:srgbClr val="5B8FD8"/>
            </a:solidFill>
            <a:custDash>
              <a:ds d="225000" sp="300000"/>
            </a:custDash>
            <a:miter/>
          </a:ln>
        </p:spPr>
        <p:txBody>
          <a:bodyPr/>
          <a:lstStyle/>
          <a:p>
            <a:endParaRPr lang="zh-CN" altLang="en-US"/>
          </a:p>
        </p:txBody>
      </p:sp>
      <p:grpSp>
        <p:nvGrpSpPr>
          <p:cNvPr id="182" name="图形 159">
            <a:extLst>
              <a:ext uri="{FF2B5EF4-FFF2-40B4-BE49-F238E27FC236}">
                <a16:creationId xmlns:a16="http://schemas.microsoft.com/office/drawing/2014/main" id="{2658932F-24B8-4766-0BB0-39B12CE49268}"/>
              </a:ext>
            </a:extLst>
          </p:cNvPr>
          <p:cNvGrpSpPr/>
          <p:nvPr/>
        </p:nvGrpSpPr>
        <p:grpSpPr>
          <a:xfrm>
            <a:off x="2580282" y="452671"/>
            <a:ext cx="203053" cy="53401"/>
            <a:chOff x="2580282" y="452671"/>
            <a:chExt cx="203053" cy="53401"/>
          </a:xfrm>
        </p:grpSpPr>
        <p:sp>
          <p:nvSpPr>
            <p:cNvPr id="183" name="圆角矩形 182">
              <a:extLst>
                <a:ext uri="{FF2B5EF4-FFF2-40B4-BE49-F238E27FC236}">
                  <a16:creationId xmlns:a16="http://schemas.microsoft.com/office/drawing/2014/main" id="{D8F42CAF-B521-8421-BC24-0E13DF9ACD4C}"/>
                </a:ext>
              </a:extLst>
            </p:cNvPr>
            <p:cNvSpPr/>
            <p:nvPr/>
          </p:nvSpPr>
          <p:spPr>
            <a:xfrm>
              <a:off x="2647076" y="452671"/>
              <a:ext cx="69465" cy="53401"/>
            </a:xfrm>
            <a:prstGeom prst="roundRect">
              <a:avLst>
                <a:gd name="adj" fmla="val 10006"/>
              </a:avLst>
            </a:prstGeom>
            <a:solidFill>
              <a:srgbClr val="D6DBE2"/>
            </a:solidFill>
            <a:ln w="3206" cap="flat">
              <a:solidFill>
                <a:srgbClr val="444444"/>
              </a:solidFill>
              <a:prstDash val="solid"/>
              <a:miter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4" name="矩形 183">
              <a:extLst>
                <a:ext uri="{FF2B5EF4-FFF2-40B4-BE49-F238E27FC236}">
                  <a16:creationId xmlns:a16="http://schemas.microsoft.com/office/drawing/2014/main" id="{DD18BF5C-5E53-8D7D-29FF-19EC18779E6C}"/>
                </a:ext>
              </a:extLst>
            </p:cNvPr>
            <p:cNvSpPr/>
            <p:nvPr/>
          </p:nvSpPr>
          <p:spPr>
            <a:xfrm>
              <a:off x="2580282" y="460681"/>
              <a:ext cx="53435" cy="37380"/>
            </a:xfrm>
            <a:prstGeom prst="rect">
              <a:avLst/>
            </a:prstGeom>
            <a:solidFill>
              <a:srgbClr val="9FB9DD"/>
            </a:solidFill>
            <a:ln w="2672" cap="flat">
              <a:solidFill>
                <a:srgbClr val="315C9C"/>
              </a:solidFill>
              <a:prstDash val="solid"/>
              <a:miter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5" name="矩形 184">
              <a:extLst>
                <a:ext uri="{FF2B5EF4-FFF2-40B4-BE49-F238E27FC236}">
                  <a16:creationId xmlns:a16="http://schemas.microsoft.com/office/drawing/2014/main" id="{DA6BD8AF-9BF2-ED54-16A4-E088735420E9}"/>
                </a:ext>
              </a:extLst>
            </p:cNvPr>
            <p:cNvSpPr/>
            <p:nvPr/>
          </p:nvSpPr>
          <p:spPr>
            <a:xfrm>
              <a:off x="2729900" y="460681"/>
              <a:ext cx="53435" cy="37380"/>
            </a:xfrm>
            <a:prstGeom prst="rect">
              <a:avLst/>
            </a:prstGeom>
            <a:solidFill>
              <a:srgbClr val="9FB9DD"/>
            </a:solidFill>
            <a:ln w="2672" cap="flat">
              <a:solidFill>
                <a:srgbClr val="315C9C"/>
              </a:solidFill>
              <a:prstDash val="solid"/>
              <a:miter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6" name="椭圆 185">
              <a:extLst>
                <a:ext uri="{FF2B5EF4-FFF2-40B4-BE49-F238E27FC236}">
                  <a16:creationId xmlns:a16="http://schemas.microsoft.com/office/drawing/2014/main" id="{AC8B5D4B-AB03-7800-41A9-3809EFDC88EF}"/>
                </a:ext>
              </a:extLst>
            </p:cNvPr>
            <p:cNvSpPr/>
            <p:nvPr/>
          </p:nvSpPr>
          <p:spPr>
            <a:xfrm>
              <a:off x="2673793" y="471361"/>
              <a:ext cx="16030" cy="16020"/>
            </a:xfrm>
            <a:prstGeom prst="ellipse">
              <a:avLst/>
            </a:prstGeom>
            <a:solidFill>
              <a:srgbClr val="1F5FBF"/>
            </a:solidFill>
            <a:ln w="2672" cap="flat">
              <a:noFill/>
              <a:prstDash val="solid"/>
              <a:miter/>
            </a:ln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187" name="任意形状 186">
            <a:extLst>
              <a:ext uri="{FF2B5EF4-FFF2-40B4-BE49-F238E27FC236}">
                <a16:creationId xmlns:a16="http://schemas.microsoft.com/office/drawing/2014/main" id="{9A078F2B-CF2B-B645-BF5F-B36AD0C6B0ED}"/>
              </a:ext>
            </a:extLst>
          </p:cNvPr>
          <p:cNvSpPr/>
          <p:nvPr/>
        </p:nvSpPr>
        <p:spPr>
          <a:xfrm>
            <a:off x="2681809" y="479371"/>
            <a:ext cx="548277" cy="661474"/>
          </a:xfrm>
          <a:custGeom>
            <a:avLst/>
            <a:gdLst>
              <a:gd name="csX0" fmla="*/ 0 w 548277"/>
              <a:gd name="csY0" fmla="*/ 0 h 661474"/>
              <a:gd name="csX1" fmla="*/ 548278 w 548277"/>
              <a:gd name="csY1" fmla="*/ 661475 h 661474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548277" h="661474">
                <a:moveTo>
                  <a:pt x="0" y="0"/>
                </a:moveTo>
                <a:lnTo>
                  <a:pt x="548278" y="661475"/>
                </a:lnTo>
              </a:path>
            </a:pathLst>
          </a:custGeom>
          <a:ln w="4372" cap="flat">
            <a:solidFill>
              <a:srgbClr val="5B8FD8"/>
            </a:solidFill>
            <a:custDash>
              <a:ds d="225000" sp="300000"/>
            </a:custDash>
            <a:miter/>
          </a:ln>
        </p:spPr>
        <p:txBody>
          <a:bodyPr/>
          <a:lstStyle/>
          <a:p>
            <a:endParaRPr lang="zh-CN" altLang="en-US"/>
          </a:p>
        </p:txBody>
      </p:sp>
      <p:grpSp>
        <p:nvGrpSpPr>
          <p:cNvPr id="188" name="图形 159">
            <a:extLst>
              <a:ext uri="{FF2B5EF4-FFF2-40B4-BE49-F238E27FC236}">
                <a16:creationId xmlns:a16="http://schemas.microsoft.com/office/drawing/2014/main" id="{BF681646-EE78-758D-5EE4-E9C17C61B3E3}"/>
              </a:ext>
            </a:extLst>
          </p:cNvPr>
          <p:cNvGrpSpPr/>
          <p:nvPr/>
        </p:nvGrpSpPr>
        <p:grpSpPr>
          <a:xfrm>
            <a:off x="3543461" y="434204"/>
            <a:ext cx="203053" cy="53401"/>
            <a:chOff x="3543461" y="434204"/>
            <a:chExt cx="203053" cy="53401"/>
          </a:xfrm>
        </p:grpSpPr>
        <p:sp>
          <p:nvSpPr>
            <p:cNvPr id="189" name="圆角矩形 188">
              <a:extLst>
                <a:ext uri="{FF2B5EF4-FFF2-40B4-BE49-F238E27FC236}">
                  <a16:creationId xmlns:a16="http://schemas.microsoft.com/office/drawing/2014/main" id="{46CFC61F-8765-88D2-3A9A-CB38E75A1B67}"/>
                </a:ext>
              </a:extLst>
            </p:cNvPr>
            <p:cNvSpPr/>
            <p:nvPr/>
          </p:nvSpPr>
          <p:spPr>
            <a:xfrm>
              <a:off x="3610255" y="434204"/>
              <a:ext cx="69465" cy="53401"/>
            </a:xfrm>
            <a:prstGeom prst="roundRect">
              <a:avLst>
                <a:gd name="adj" fmla="val 10006"/>
              </a:avLst>
            </a:prstGeom>
            <a:solidFill>
              <a:srgbClr val="D6DBE2"/>
            </a:solidFill>
            <a:ln w="3206" cap="flat">
              <a:solidFill>
                <a:srgbClr val="444444"/>
              </a:solidFill>
              <a:prstDash val="solid"/>
              <a:miter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0" name="矩形 189">
              <a:extLst>
                <a:ext uri="{FF2B5EF4-FFF2-40B4-BE49-F238E27FC236}">
                  <a16:creationId xmlns:a16="http://schemas.microsoft.com/office/drawing/2014/main" id="{AAE346BF-6208-B35A-41F9-58178181C6C7}"/>
                </a:ext>
              </a:extLst>
            </p:cNvPr>
            <p:cNvSpPr/>
            <p:nvPr/>
          </p:nvSpPr>
          <p:spPr>
            <a:xfrm>
              <a:off x="3543461" y="442215"/>
              <a:ext cx="53435" cy="37380"/>
            </a:xfrm>
            <a:prstGeom prst="rect">
              <a:avLst/>
            </a:prstGeom>
            <a:solidFill>
              <a:srgbClr val="9FB9DD"/>
            </a:solidFill>
            <a:ln w="2672" cap="flat">
              <a:solidFill>
                <a:srgbClr val="315C9C"/>
              </a:solidFill>
              <a:prstDash val="solid"/>
              <a:miter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1" name="矩形 190">
              <a:extLst>
                <a:ext uri="{FF2B5EF4-FFF2-40B4-BE49-F238E27FC236}">
                  <a16:creationId xmlns:a16="http://schemas.microsoft.com/office/drawing/2014/main" id="{E389E3D8-E8AF-04B5-3441-C3777A4B25E2}"/>
                </a:ext>
              </a:extLst>
            </p:cNvPr>
            <p:cNvSpPr/>
            <p:nvPr/>
          </p:nvSpPr>
          <p:spPr>
            <a:xfrm>
              <a:off x="3693080" y="442215"/>
              <a:ext cx="53435" cy="37380"/>
            </a:xfrm>
            <a:prstGeom prst="rect">
              <a:avLst/>
            </a:prstGeom>
            <a:solidFill>
              <a:srgbClr val="9FB9DD"/>
            </a:solidFill>
            <a:ln w="2672" cap="flat">
              <a:solidFill>
                <a:srgbClr val="315C9C"/>
              </a:solidFill>
              <a:prstDash val="solid"/>
              <a:miter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2" name="椭圆 191">
              <a:extLst>
                <a:ext uri="{FF2B5EF4-FFF2-40B4-BE49-F238E27FC236}">
                  <a16:creationId xmlns:a16="http://schemas.microsoft.com/office/drawing/2014/main" id="{D9C60549-515A-78B2-1F44-75871A1DBD37}"/>
                </a:ext>
              </a:extLst>
            </p:cNvPr>
            <p:cNvSpPr/>
            <p:nvPr/>
          </p:nvSpPr>
          <p:spPr>
            <a:xfrm>
              <a:off x="3636973" y="452895"/>
              <a:ext cx="16030" cy="16020"/>
            </a:xfrm>
            <a:prstGeom prst="ellipse">
              <a:avLst/>
            </a:prstGeom>
            <a:solidFill>
              <a:srgbClr val="1F5FBF"/>
            </a:solidFill>
            <a:ln w="2672" cap="flat">
              <a:noFill/>
              <a:prstDash val="solid"/>
              <a:miter/>
            </a:ln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193" name="任意形状 192">
            <a:extLst>
              <a:ext uri="{FF2B5EF4-FFF2-40B4-BE49-F238E27FC236}">
                <a16:creationId xmlns:a16="http://schemas.microsoft.com/office/drawing/2014/main" id="{3A6B595F-F8B1-6EF1-DB69-DE610ADA6688}"/>
              </a:ext>
            </a:extLst>
          </p:cNvPr>
          <p:cNvSpPr/>
          <p:nvPr/>
        </p:nvSpPr>
        <p:spPr>
          <a:xfrm>
            <a:off x="3230087" y="460905"/>
            <a:ext cx="414901" cy="679940"/>
          </a:xfrm>
          <a:custGeom>
            <a:avLst/>
            <a:gdLst>
              <a:gd name="csX0" fmla="*/ 414902 w 414901"/>
              <a:gd name="csY0" fmla="*/ 0 h 679940"/>
              <a:gd name="csX1" fmla="*/ 0 w 414901"/>
              <a:gd name="csY1" fmla="*/ 679941 h 679940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414901" h="679940">
                <a:moveTo>
                  <a:pt x="414902" y="0"/>
                </a:moveTo>
                <a:lnTo>
                  <a:pt x="0" y="679941"/>
                </a:lnTo>
              </a:path>
            </a:pathLst>
          </a:custGeom>
          <a:ln w="4372" cap="flat">
            <a:solidFill>
              <a:srgbClr val="5B8FD8"/>
            </a:solidFill>
            <a:custDash>
              <a:ds d="225000" sp="300000"/>
            </a:custDash>
            <a:miter/>
          </a:ln>
        </p:spPr>
        <p:txBody>
          <a:bodyPr/>
          <a:lstStyle/>
          <a:p>
            <a:endParaRPr lang="zh-CN" altLang="en-US"/>
          </a:p>
        </p:txBody>
      </p:sp>
      <p:grpSp>
        <p:nvGrpSpPr>
          <p:cNvPr id="194" name="图形 159">
            <a:extLst>
              <a:ext uri="{FF2B5EF4-FFF2-40B4-BE49-F238E27FC236}">
                <a16:creationId xmlns:a16="http://schemas.microsoft.com/office/drawing/2014/main" id="{2E9AEC56-C880-0E07-83F9-B8D5A0130C8F}"/>
              </a:ext>
            </a:extLst>
          </p:cNvPr>
          <p:cNvGrpSpPr/>
          <p:nvPr/>
        </p:nvGrpSpPr>
        <p:grpSpPr>
          <a:xfrm>
            <a:off x="4262092" y="616394"/>
            <a:ext cx="203053" cy="53401"/>
            <a:chOff x="4262092" y="616394"/>
            <a:chExt cx="203053" cy="53401"/>
          </a:xfrm>
        </p:grpSpPr>
        <p:sp>
          <p:nvSpPr>
            <p:cNvPr id="195" name="圆角矩形 194">
              <a:extLst>
                <a:ext uri="{FF2B5EF4-FFF2-40B4-BE49-F238E27FC236}">
                  <a16:creationId xmlns:a16="http://schemas.microsoft.com/office/drawing/2014/main" id="{FFD32458-D16D-203D-ACE5-8D7F2D4C58D9}"/>
                </a:ext>
              </a:extLst>
            </p:cNvPr>
            <p:cNvSpPr/>
            <p:nvPr/>
          </p:nvSpPr>
          <p:spPr>
            <a:xfrm>
              <a:off x="4328886" y="616394"/>
              <a:ext cx="69465" cy="53401"/>
            </a:xfrm>
            <a:prstGeom prst="roundRect">
              <a:avLst>
                <a:gd name="adj" fmla="val 10006"/>
              </a:avLst>
            </a:prstGeom>
            <a:solidFill>
              <a:srgbClr val="D6DBE2"/>
            </a:solidFill>
            <a:ln w="3206" cap="flat">
              <a:solidFill>
                <a:srgbClr val="444444"/>
              </a:solidFill>
              <a:prstDash val="solid"/>
              <a:miter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6" name="矩形 195">
              <a:extLst>
                <a:ext uri="{FF2B5EF4-FFF2-40B4-BE49-F238E27FC236}">
                  <a16:creationId xmlns:a16="http://schemas.microsoft.com/office/drawing/2014/main" id="{FDA89E0F-2AF9-3A3E-29B7-D2D6EA00483E}"/>
                </a:ext>
              </a:extLst>
            </p:cNvPr>
            <p:cNvSpPr/>
            <p:nvPr/>
          </p:nvSpPr>
          <p:spPr>
            <a:xfrm>
              <a:off x="4262092" y="624404"/>
              <a:ext cx="53435" cy="37380"/>
            </a:xfrm>
            <a:prstGeom prst="rect">
              <a:avLst/>
            </a:prstGeom>
            <a:solidFill>
              <a:srgbClr val="9FB9DD"/>
            </a:solidFill>
            <a:ln w="2672" cap="flat">
              <a:solidFill>
                <a:srgbClr val="315C9C"/>
              </a:solidFill>
              <a:prstDash val="solid"/>
              <a:miter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7" name="矩形 196">
              <a:extLst>
                <a:ext uri="{FF2B5EF4-FFF2-40B4-BE49-F238E27FC236}">
                  <a16:creationId xmlns:a16="http://schemas.microsoft.com/office/drawing/2014/main" id="{B1673454-0531-2BD5-8521-31DB056D166F}"/>
                </a:ext>
              </a:extLst>
            </p:cNvPr>
            <p:cNvSpPr/>
            <p:nvPr/>
          </p:nvSpPr>
          <p:spPr>
            <a:xfrm>
              <a:off x="4411711" y="624404"/>
              <a:ext cx="53435" cy="37380"/>
            </a:xfrm>
            <a:prstGeom prst="rect">
              <a:avLst/>
            </a:prstGeom>
            <a:solidFill>
              <a:srgbClr val="9FB9DD"/>
            </a:solidFill>
            <a:ln w="2672" cap="flat">
              <a:solidFill>
                <a:srgbClr val="315C9C"/>
              </a:solidFill>
              <a:prstDash val="solid"/>
              <a:miter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8" name="椭圆 197">
              <a:extLst>
                <a:ext uri="{FF2B5EF4-FFF2-40B4-BE49-F238E27FC236}">
                  <a16:creationId xmlns:a16="http://schemas.microsoft.com/office/drawing/2014/main" id="{B2B659C9-4BDF-6C2B-077C-ADE5588F3DE6}"/>
                </a:ext>
              </a:extLst>
            </p:cNvPr>
            <p:cNvSpPr/>
            <p:nvPr/>
          </p:nvSpPr>
          <p:spPr>
            <a:xfrm>
              <a:off x="4355604" y="635085"/>
              <a:ext cx="16030" cy="16020"/>
            </a:xfrm>
            <a:prstGeom prst="ellipse">
              <a:avLst/>
            </a:prstGeom>
            <a:solidFill>
              <a:srgbClr val="1F5FBF"/>
            </a:solidFill>
            <a:ln w="2672" cap="flat">
              <a:noFill/>
              <a:prstDash val="solid"/>
              <a:miter/>
            </a:ln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199" name="任意形状 198">
            <a:extLst>
              <a:ext uri="{FF2B5EF4-FFF2-40B4-BE49-F238E27FC236}">
                <a16:creationId xmlns:a16="http://schemas.microsoft.com/office/drawing/2014/main" id="{859BAC08-3881-E7B8-9227-7B52FD325A6D}"/>
              </a:ext>
            </a:extLst>
          </p:cNvPr>
          <p:cNvSpPr/>
          <p:nvPr/>
        </p:nvSpPr>
        <p:spPr>
          <a:xfrm>
            <a:off x="3230087" y="643095"/>
            <a:ext cx="1133532" cy="497751"/>
          </a:xfrm>
          <a:custGeom>
            <a:avLst/>
            <a:gdLst>
              <a:gd name="csX0" fmla="*/ 1133533 w 1133532"/>
              <a:gd name="csY0" fmla="*/ 0 h 497751"/>
              <a:gd name="csX1" fmla="*/ 0 w 1133532"/>
              <a:gd name="csY1" fmla="*/ 497751 h 497751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1133532" h="497751">
                <a:moveTo>
                  <a:pt x="1133533" y="0"/>
                </a:moveTo>
                <a:lnTo>
                  <a:pt x="0" y="497751"/>
                </a:lnTo>
              </a:path>
            </a:pathLst>
          </a:custGeom>
          <a:ln w="4372" cap="flat">
            <a:solidFill>
              <a:srgbClr val="5B8FD8"/>
            </a:solidFill>
            <a:custDash>
              <a:ds d="225000" sp="300000"/>
            </a:custDash>
            <a:miter/>
          </a:ln>
        </p:spPr>
        <p:txBody>
          <a:bodyPr/>
          <a:lstStyle/>
          <a:p>
            <a:endParaRPr lang="zh-CN" altLang="en-US"/>
          </a:p>
        </p:txBody>
      </p:sp>
      <p:grpSp>
        <p:nvGrpSpPr>
          <p:cNvPr id="200" name="图形 159">
            <a:extLst>
              <a:ext uri="{FF2B5EF4-FFF2-40B4-BE49-F238E27FC236}">
                <a16:creationId xmlns:a16="http://schemas.microsoft.com/office/drawing/2014/main" id="{32734F73-6613-938A-9DC8-57FBA95FEF4E}"/>
              </a:ext>
            </a:extLst>
          </p:cNvPr>
          <p:cNvGrpSpPr/>
          <p:nvPr/>
        </p:nvGrpSpPr>
        <p:grpSpPr>
          <a:xfrm>
            <a:off x="4634941" y="873388"/>
            <a:ext cx="203053" cy="53401"/>
            <a:chOff x="4634941" y="873388"/>
            <a:chExt cx="203053" cy="53401"/>
          </a:xfrm>
        </p:grpSpPr>
        <p:sp>
          <p:nvSpPr>
            <p:cNvPr id="201" name="圆角矩形 200">
              <a:extLst>
                <a:ext uri="{FF2B5EF4-FFF2-40B4-BE49-F238E27FC236}">
                  <a16:creationId xmlns:a16="http://schemas.microsoft.com/office/drawing/2014/main" id="{E920DF68-996D-0545-CA5A-484858BB1DE1}"/>
                </a:ext>
              </a:extLst>
            </p:cNvPr>
            <p:cNvSpPr/>
            <p:nvPr/>
          </p:nvSpPr>
          <p:spPr>
            <a:xfrm>
              <a:off x="4701735" y="873388"/>
              <a:ext cx="69465" cy="53401"/>
            </a:xfrm>
            <a:prstGeom prst="roundRect">
              <a:avLst>
                <a:gd name="adj" fmla="val 10006"/>
              </a:avLst>
            </a:prstGeom>
            <a:solidFill>
              <a:srgbClr val="D6DBE2"/>
            </a:solidFill>
            <a:ln w="3206" cap="flat">
              <a:solidFill>
                <a:srgbClr val="444444"/>
              </a:solidFill>
              <a:prstDash val="solid"/>
              <a:miter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2" name="矩形 201">
              <a:extLst>
                <a:ext uri="{FF2B5EF4-FFF2-40B4-BE49-F238E27FC236}">
                  <a16:creationId xmlns:a16="http://schemas.microsoft.com/office/drawing/2014/main" id="{4EF35800-F50B-F7EC-5D18-75D188093EF9}"/>
                </a:ext>
              </a:extLst>
            </p:cNvPr>
            <p:cNvSpPr/>
            <p:nvPr/>
          </p:nvSpPr>
          <p:spPr>
            <a:xfrm>
              <a:off x="4634941" y="881398"/>
              <a:ext cx="53435" cy="37380"/>
            </a:xfrm>
            <a:prstGeom prst="rect">
              <a:avLst/>
            </a:prstGeom>
            <a:solidFill>
              <a:srgbClr val="9FB9DD"/>
            </a:solidFill>
            <a:ln w="2672" cap="flat">
              <a:solidFill>
                <a:srgbClr val="315C9C"/>
              </a:solidFill>
              <a:prstDash val="solid"/>
              <a:miter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3" name="矩形 202">
              <a:extLst>
                <a:ext uri="{FF2B5EF4-FFF2-40B4-BE49-F238E27FC236}">
                  <a16:creationId xmlns:a16="http://schemas.microsoft.com/office/drawing/2014/main" id="{8F481DB2-48D9-5915-5C68-3EE84C39710F}"/>
                </a:ext>
              </a:extLst>
            </p:cNvPr>
            <p:cNvSpPr/>
            <p:nvPr/>
          </p:nvSpPr>
          <p:spPr>
            <a:xfrm>
              <a:off x="4784560" y="881398"/>
              <a:ext cx="53435" cy="37380"/>
            </a:xfrm>
            <a:prstGeom prst="rect">
              <a:avLst/>
            </a:prstGeom>
            <a:solidFill>
              <a:srgbClr val="9FB9DD"/>
            </a:solidFill>
            <a:ln w="2672" cap="flat">
              <a:solidFill>
                <a:srgbClr val="315C9C"/>
              </a:solidFill>
              <a:prstDash val="solid"/>
              <a:miter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4" name="椭圆 203">
              <a:extLst>
                <a:ext uri="{FF2B5EF4-FFF2-40B4-BE49-F238E27FC236}">
                  <a16:creationId xmlns:a16="http://schemas.microsoft.com/office/drawing/2014/main" id="{3042414E-DEC4-FD75-25C2-C8A457852D60}"/>
                </a:ext>
              </a:extLst>
            </p:cNvPr>
            <p:cNvSpPr/>
            <p:nvPr/>
          </p:nvSpPr>
          <p:spPr>
            <a:xfrm>
              <a:off x="4728453" y="892079"/>
              <a:ext cx="16030" cy="16020"/>
            </a:xfrm>
            <a:prstGeom prst="ellipse">
              <a:avLst/>
            </a:prstGeom>
            <a:solidFill>
              <a:srgbClr val="1F5FBF"/>
            </a:solidFill>
            <a:ln w="2672" cap="flat">
              <a:noFill/>
              <a:prstDash val="solid"/>
              <a:miter/>
            </a:ln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205" name="任意形状 204">
            <a:extLst>
              <a:ext uri="{FF2B5EF4-FFF2-40B4-BE49-F238E27FC236}">
                <a16:creationId xmlns:a16="http://schemas.microsoft.com/office/drawing/2014/main" id="{92D1023E-1120-341B-8902-0FA79ED8E117}"/>
              </a:ext>
            </a:extLst>
          </p:cNvPr>
          <p:cNvSpPr/>
          <p:nvPr/>
        </p:nvSpPr>
        <p:spPr>
          <a:xfrm>
            <a:off x="3230087" y="900089"/>
            <a:ext cx="1506381" cy="240757"/>
          </a:xfrm>
          <a:custGeom>
            <a:avLst/>
            <a:gdLst>
              <a:gd name="csX0" fmla="*/ 1506381 w 1506381"/>
              <a:gd name="csY0" fmla="*/ 0 h 240757"/>
              <a:gd name="csX1" fmla="*/ 0 w 1506381"/>
              <a:gd name="csY1" fmla="*/ 240757 h 240757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1506381" h="240757">
                <a:moveTo>
                  <a:pt x="1506381" y="0"/>
                </a:moveTo>
                <a:lnTo>
                  <a:pt x="0" y="240757"/>
                </a:lnTo>
              </a:path>
            </a:pathLst>
          </a:custGeom>
          <a:ln w="4372" cap="flat">
            <a:solidFill>
              <a:srgbClr val="5B8FD8"/>
            </a:solidFill>
            <a:custDash>
              <a:ds d="225000" sp="300000"/>
            </a:custDash>
            <a:miter/>
          </a:ln>
        </p:spPr>
        <p:txBody>
          <a:bodyPr/>
          <a:lstStyle/>
          <a:p>
            <a:endParaRPr lang="zh-CN" altLang="en-US"/>
          </a:p>
        </p:txBody>
      </p:sp>
      <p:grpSp>
        <p:nvGrpSpPr>
          <p:cNvPr id="206" name="图形 159">
            <a:extLst>
              <a:ext uri="{FF2B5EF4-FFF2-40B4-BE49-F238E27FC236}">
                <a16:creationId xmlns:a16="http://schemas.microsoft.com/office/drawing/2014/main" id="{0BDBC835-FD7E-23AA-E662-14990346727A}"/>
              </a:ext>
            </a:extLst>
          </p:cNvPr>
          <p:cNvGrpSpPr/>
          <p:nvPr/>
        </p:nvGrpSpPr>
        <p:grpSpPr>
          <a:xfrm>
            <a:off x="4634941" y="1354902"/>
            <a:ext cx="203053" cy="53401"/>
            <a:chOff x="4634941" y="1354902"/>
            <a:chExt cx="203053" cy="53401"/>
          </a:xfrm>
        </p:grpSpPr>
        <p:sp>
          <p:nvSpPr>
            <p:cNvPr id="207" name="圆角矩形 206">
              <a:extLst>
                <a:ext uri="{FF2B5EF4-FFF2-40B4-BE49-F238E27FC236}">
                  <a16:creationId xmlns:a16="http://schemas.microsoft.com/office/drawing/2014/main" id="{730C336F-E8C7-C3F8-E32B-A695F4FF7E78}"/>
                </a:ext>
              </a:extLst>
            </p:cNvPr>
            <p:cNvSpPr/>
            <p:nvPr/>
          </p:nvSpPr>
          <p:spPr>
            <a:xfrm>
              <a:off x="4701735" y="1354902"/>
              <a:ext cx="69465" cy="53401"/>
            </a:xfrm>
            <a:prstGeom prst="roundRect">
              <a:avLst>
                <a:gd name="adj" fmla="val 10006"/>
              </a:avLst>
            </a:prstGeom>
            <a:solidFill>
              <a:srgbClr val="D6DBE2"/>
            </a:solidFill>
            <a:ln w="3206" cap="flat">
              <a:solidFill>
                <a:srgbClr val="444444"/>
              </a:solidFill>
              <a:prstDash val="solid"/>
              <a:miter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8" name="矩形 207">
              <a:extLst>
                <a:ext uri="{FF2B5EF4-FFF2-40B4-BE49-F238E27FC236}">
                  <a16:creationId xmlns:a16="http://schemas.microsoft.com/office/drawing/2014/main" id="{51B8F732-A397-4C52-BA11-B7398E65825D}"/>
                </a:ext>
              </a:extLst>
            </p:cNvPr>
            <p:cNvSpPr/>
            <p:nvPr/>
          </p:nvSpPr>
          <p:spPr>
            <a:xfrm>
              <a:off x="4634941" y="1362913"/>
              <a:ext cx="53435" cy="37380"/>
            </a:xfrm>
            <a:prstGeom prst="rect">
              <a:avLst/>
            </a:prstGeom>
            <a:solidFill>
              <a:srgbClr val="9FB9DD"/>
            </a:solidFill>
            <a:ln w="2672" cap="flat">
              <a:solidFill>
                <a:srgbClr val="315C9C"/>
              </a:solidFill>
              <a:prstDash val="solid"/>
              <a:miter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9" name="矩形 208">
              <a:extLst>
                <a:ext uri="{FF2B5EF4-FFF2-40B4-BE49-F238E27FC236}">
                  <a16:creationId xmlns:a16="http://schemas.microsoft.com/office/drawing/2014/main" id="{E4190DC0-E8BD-9A0F-FFAB-5AEF5973A777}"/>
                </a:ext>
              </a:extLst>
            </p:cNvPr>
            <p:cNvSpPr/>
            <p:nvPr/>
          </p:nvSpPr>
          <p:spPr>
            <a:xfrm>
              <a:off x="4784560" y="1362913"/>
              <a:ext cx="53435" cy="37380"/>
            </a:xfrm>
            <a:prstGeom prst="rect">
              <a:avLst/>
            </a:prstGeom>
            <a:solidFill>
              <a:srgbClr val="9FB9DD"/>
            </a:solidFill>
            <a:ln w="2672" cap="flat">
              <a:solidFill>
                <a:srgbClr val="315C9C"/>
              </a:solidFill>
              <a:prstDash val="solid"/>
              <a:miter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0" name="椭圆 209">
              <a:extLst>
                <a:ext uri="{FF2B5EF4-FFF2-40B4-BE49-F238E27FC236}">
                  <a16:creationId xmlns:a16="http://schemas.microsoft.com/office/drawing/2014/main" id="{52B4D3C3-65D3-7DE1-7AA6-9DDDEA568AC6}"/>
                </a:ext>
              </a:extLst>
            </p:cNvPr>
            <p:cNvSpPr/>
            <p:nvPr/>
          </p:nvSpPr>
          <p:spPr>
            <a:xfrm>
              <a:off x="4728453" y="1373593"/>
              <a:ext cx="16030" cy="16020"/>
            </a:xfrm>
            <a:prstGeom prst="ellipse">
              <a:avLst/>
            </a:prstGeom>
            <a:solidFill>
              <a:srgbClr val="1F5FBF"/>
            </a:solidFill>
            <a:ln w="2672" cap="flat">
              <a:noFill/>
              <a:prstDash val="solid"/>
              <a:miter/>
            </a:ln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211" name="任意形状 210">
            <a:extLst>
              <a:ext uri="{FF2B5EF4-FFF2-40B4-BE49-F238E27FC236}">
                <a16:creationId xmlns:a16="http://schemas.microsoft.com/office/drawing/2014/main" id="{D7D90CB7-8388-E922-4131-F4BDB49E2F1C}"/>
              </a:ext>
            </a:extLst>
          </p:cNvPr>
          <p:cNvSpPr/>
          <p:nvPr/>
        </p:nvSpPr>
        <p:spPr>
          <a:xfrm>
            <a:off x="3230087" y="1140846"/>
            <a:ext cx="1506381" cy="240757"/>
          </a:xfrm>
          <a:custGeom>
            <a:avLst/>
            <a:gdLst>
              <a:gd name="csX0" fmla="*/ 1506381 w 1506381"/>
              <a:gd name="csY0" fmla="*/ 240757 h 240757"/>
              <a:gd name="csX1" fmla="*/ 0 w 1506381"/>
              <a:gd name="csY1" fmla="*/ 0 h 240757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1506381" h="240757">
                <a:moveTo>
                  <a:pt x="1506381" y="240757"/>
                </a:moveTo>
                <a:lnTo>
                  <a:pt x="0" y="0"/>
                </a:lnTo>
              </a:path>
            </a:pathLst>
          </a:custGeom>
          <a:ln w="4372" cap="flat">
            <a:solidFill>
              <a:srgbClr val="5B8FD8"/>
            </a:solidFill>
            <a:custDash>
              <a:ds d="225000" sp="300000"/>
            </a:custDash>
            <a:miter/>
          </a:ln>
        </p:spPr>
        <p:txBody>
          <a:bodyPr/>
          <a:lstStyle/>
          <a:p>
            <a:endParaRPr lang="zh-CN" altLang="en-US"/>
          </a:p>
        </p:txBody>
      </p:sp>
      <p:grpSp>
        <p:nvGrpSpPr>
          <p:cNvPr id="212" name="图形 159">
            <a:extLst>
              <a:ext uri="{FF2B5EF4-FFF2-40B4-BE49-F238E27FC236}">
                <a16:creationId xmlns:a16="http://schemas.microsoft.com/office/drawing/2014/main" id="{06AA0146-8B3D-3901-ED60-72AD1038C51A}"/>
              </a:ext>
            </a:extLst>
          </p:cNvPr>
          <p:cNvGrpSpPr/>
          <p:nvPr/>
        </p:nvGrpSpPr>
        <p:grpSpPr>
          <a:xfrm>
            <a:off x="4262092" y="1611897"/>
            <a:ext cx="203053" cy="53401"/>
            <a:chOff x="4262092" y="1611897"/>
            <a:chExt cx="203053" cy="53401"/>
          </a:xfrm>
        </p:grpSpPr>
        <p:sp>
          <p:nvSpPr>
            <p:cNvPr id="213" name="圆角矩形 212">
              <a:extLst>
                <a:ext uri="{FF2B5EF4-FFF2-40B4-BE49-F238E27FC236}">
                  <a16:creationId xmlns:a16="http://schemas.microsoft.com/office/drawing/2014/main" id="{9AF996FD-EF18-D9CC-82CE-B854CEB24E38}"/>
                </a:ext>
              </a:extLst>
            </p:cNvPr>
            <p:cNvSpPr/>
            <p:nvPr/>
          </p:nvSpPr>
          <p:spPr>
            <a:xfrm>
              <a:off x="4328886" y="1611897"/>
              <a:ext cx="69465" cy="53401"/>
            </a:xfrm>
            <a:prstGeom prst="roundRect">
              <a:avLst>
                <a:gd name="adj" fmla="val 10006"/>
              </a:avLst>
            </a:prstGeom>
            <a:solidFill>
              <a:srgbClr val="D6DBE2"/>
            </a:solidFill>
            <a:ln w="3206" cap="flat">
              <a:solidFill>
                <a:srgbClr val="444444"/>
              </a:solidFill>
              <a:prstDash val="solid"/>
              <a:miter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4" name="矩形 213">
              <a:extLst>
                <a:ext uri="{FF2B5EF4-FFF2-40B4-BE49-F238E27FC236}">
                  <a16:creationId xmlns:a16="http://schemas.microsoft.com/office/drawing/2014/main" id="{8F5C407B-7A85-51F8-6886-2EED88321ED6}"/>
                </a:ext>
              </a:extLst>
            </p:cNvPr>
            <p:cNvSpPr/>
            <p:nvPr/>
          </p:nvSpPr>
          <p:spPr>
            <a:xfrm>
              <a:off x="4262092" y="1619907"/>
              <a:ext cx="53435" cy="37380"/>
            </a:xfrm>
            <a:prstGeom prst="rect">
              <a:avLst/>
            </a:prstGeom>
            <a:solidFill>
              <a:srgbClr val="9FB9DD"/>
            </a:solidFill>
            <a:ln w="2672" cap="flat">
              <a:solidFill>
                <a:srgbClr val="315C9C"/>
              </a:solidFill>
              <a:prstDash val="solid"/>
              <a:miter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5" name="矩形 214">
              <a:extLst>
                <a:ext uri="{FF2B5EF4-FFF2-40B4-BE49-F238E27FC236}">
                  <a16:creationId xmlns:a16="http://schemas.microsoft.com/office/drawing/2014/main" id="{C812D4F8-CAB9-39A0-7AAB-C6849B5782BD}"/>
                </a:ext>
              </a:extLst>
            </p:cNvPr>
            <p:cNvSpPr/>
            <p:nvPr/>
          </p:nvSpPr>
          <p:spPr>
            <a:xfrm>
              <a:off x="4411711" y="1619907"/>
              <a:ext cx="53435" cy="37380"/>
            </a:xfrm>
            <a:prstGeom prst="rect">
              <a:avLst/>
            </a:prstGeom>
            <a:solidFill>
              <a:srgbClr val="9FB9DD"/>
            </a:solidFill>
            <a:ln w="2672" cap="flat">
              <a:solidFill>
                <a:srgbClr val="315C9C"/>
              </a:solidFill>
              <a:prstDash val="solid"/>
              <a:miter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6" name="椭圆 215">
              <a:extLst>
                <a:ext uri="{FF2B5EF4-FFF2-40B4-BE49-F238E27FC236}">
                  <a16:creationId xmlns:a16="http://schemas.microsoft.com/office/drawing/2014/main" id="{4D5B0E6E-FD16-6D0C-D10F-F1921AB0E6C1}"/>
                </a:ext>
              </a:extLst>
            </p:cNvPr>
            <p:cNvSpPr/>
            <p:nvPr/>
          </p:nvSpPr>
          <p:spPr>
            <a:xfrm>
              <a:off x="4355604" y="1630587"/>
              <a:ext cx="16030" cy="16020"/>
            </a:xfrm>
            <a:prstGeom prst="ellipse">
              <a:avLst/>
            </a:prstGeom>
            <a:solidFill>
              <a:srgbClr val="1F5FBF"/>
            </a:solidFill>
            <a:ln w="2672" cap="flat">
              <a:noFill/>
              <a:prstDash val="solid"/>
              <a:miter/>
            </a:ln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217" name="任意形状 216">
            <a:extLst>
              <a:ext uri="{FF2B5EF4-FFF2-40B4-BE49-F238E27FC236}">
                <a16:creationId xmlns:a16="http://schemas.microsoft.com/office/drawing/2014/main" id="{44B59C15-CE44-7FEC-0313-C0B15C13DE13}"/>
              </a:ext>
            </a:extLst>
          </p:cNvPr>
          <p:cNvSpPr/>
          <p:nvPr/>
        </p:nvSpPr>
        <p:spPr>
          <a:xfrm>
            <a:off x="3230087" y="1140846"/>
            <a:ext cx="1133532" cy="497751"/>
          </a:xfrm>
          <a:custGeom>
            <a:avLst/>
            <a:gdLst>
              <a:gd name="csX0" fmla="*/ 1133533 w 1133532"/>
              <a:gd name="csY0" fmla="*/ 497751 h 497751"/>
              <a:gd name="csX1" fmla="*/ 0 w 1133532"/>
              <a:gd name="csY1" fmla="*/ 0 h 497751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1133532" h="497751">
                <a:moveTo>
                  <a:pt x="1133533" y="497751"/>
                </a:moveTo>
                <a:lnTo>
                  <a:pt x="0" y="0"/>
                </a:lnTo>
              </a:path>
            </a:pathLst>
          </a:custGeom>
          <a:ln w="4372" cap="flat">
            <a:solidFill>
              <a:srgbClr val="5B8FD8"/>
            </a:solidFill>
            <a:custDash>
              <a:ds d="225000" sp="300000"/>
            </a:custDash>
            <a:miter/>
          </a:ln>
        </p:spPr>
        <p:txBody>
          <a:bodyPr/>
          <a:lstStyle/>
          <a:p>
            <a:endParaRPr lang="zh-CN" altLang="en-US"/>
          </a:p>
        </p:txBody>
      </p:sp>
      <p:grpSp>
        <p:nvGrpSpPr>
          <p:cNvPr id="218" name="图形 159">
            <a:extLst>
              <a:ext uri="{FF2B5EF4-FFF2-40B4-BE49-F238E27FC236}">
                <a16:creationId xmlns:a16="http://schemas.microsoft.com/office/drawing/2014/main" id="{91147313-372F-AF7B-1DE4-381AD6A01ADB}"/>
              </a:ext>
            </a:extLst>
          </p:cNvPr>
          <p:cNvGrpSpPr/>
          <p:nvPr/>
        </p:nvGrpSpPr>
        <p:grpSpPr>
          <a:xfrm>
            <a:off x="3676837" y="1775620"/>
            <a:ext cx="203053" cy="53401"/>
            <a:chOff x="3676837" y="1775620"/>
            <a:chExt cx="203053" cy="53401"/>
          </a:xfrm>
        </p:grpSpPr>
        <p:sp>
          <p:nvSpPr>
            <p:cNvPr id="219" name="圆角矩形 218">
              <a:extLst>
                <a:ext uri="{FF2B5EF4-FFF2-40B4-BE49-F238E27FC236}">
                  <a16:creationId xmlns:a16="http://schemas.microsoft.com/office/drawing/2014/main" id="{1AD9FB32-2286-4C13-0CF4-8C411A87BA2C}"/>
                </a:ext>
              </a:extLst>
            </p:cNvPr>
            <p:cNvSpPr/>
            <p:nvPr/>
          </p:nvSpPr>
          <p:spPr>
            <a:xfrm>
              <a:off x="3743632" y="1775620"/>
              <a:ext cx="69465" cy="53401"/>
            </a:xfrm>
            <a:prstGeom prst="roundRect">
              <a:avLst>
                <a:gd name="adj" fmla="val 10006"/>
              </a:avLst>
            </a:prstGeom>
            <a:solidFill>
              <a:srgbClr val="D6DBE2"/>
            </a:solidFill>
            <a:ln w="3206" cap="flat">
              <a:solidFill>
                <a:srgbClr val="444444"/>
              </a:solidFill>
              <a:prstDash val="solid"/>
              <a:miter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0" name="矩形 219">
              <a:extLst>
                <a:ext uri="{FF2B5EF4-FFF2-40B4-BE49-F238E27FC236}">
                  <a16:creationId xmlns:a16="http://schemas.microsoft.com/office/drawing/2014/main" id="{18BA6B54-1D6B-77C9-4BDB-54852ECEEE4C}"/>
                </a:ext>
              </a:extLst>
            </p:cNvPr>
            <p:cNvSpPr/>
            <p:nvPr/>
          </p:nvSpPr>
          <p:spPr>
            <a:xfrm>
              <a:off x="3676837" y="1783630"/>
              <a:ext cx="53435" cy="37380"/>
            </a:xfrm>
            <a:prstGeom prst="rect">
              <a:avLst/>
            </a:prstGeom>
            <a:solidFill>
              <a:srgbClr val="9FB9DD"/>
            </a:solidFill>
            <a:ln w="2672" cap="flat">
              <a:solidFill>
                <a:srgbClr val="315C9C"/>
              </a:solidFill>
              <a:prstDash val="solid"/>
              <a:miter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1" name="矩形 220">
              <a:extLst>
                <a:ext uri="{FF2B5EF4-FFF2-40B4-BE49-F238E27FC236}">
                  <a16:creationId xmlns:a16="http://schemas.microsoft.com/office/drawing/2014/main" id="{E5763A17-3E53-E343-8D9C-51D937DEE946}"/>
                </a:ext>
              </a:extLst>
            </p:cNvPr>
            <p:cNvSpPr/>
            <p:nvPr/>
          </p:nvSpPr>
          <p:spPr>
            <a:xfrm>
              <a:off x="3826456" y="1783630"/>
              <a:ext cx="53435" cy="37380"/>
            </a:xfrm>
            <a:prstGeom prst="rect">
              <a:avLst/>
            </a:prstGeom>
            <a:solidFill>
              <a:srgbClr val="9FB9DD"/>
            </a:solidFill>
            <a:ln w="2672" cap="flat">
              <a:solidFill>
                <a:srgbClr val="315C9C"/>
              </a:solidFill>
              <a:prstDash val="solid"/>
              <a:miter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2" name="椭圆 221">
              <a:extLst>
                <a:ext uri="{FF2B5EF4-FFF2-40B4-BE49-F238E27FC236}">
                  <a16:creationId xmlns:a16="http://schemas.microsoft.com/office/drawing/2014/main" id="{734FA905-7C41-50C0-F24E-EED8AB64F041}"/>
                </a:ext>
              </a:extLst>
            </p:cNvPr>
            <p:cNvSpPr/>
            <p:nvPr/>
          </p:nvSpPr>
          <p:spPr>
            <a:xfrm>
              <a:off x="3770349" y="1794310"/>
              <a:ext cx="16030" cy="16020"/>
            </a:xfrm>
            <a:prstGeom prst="ellipse">
              <a:avLst/>
            </a:prstGeom>
            <a:solidFill>
              <a:srgbClr val="1F5FBF"/>
            </a:solidFill>
            <a:ln w="2672" cap="flat">
              <a:noFill/>
              <a:prstDash val="solid"/>
              <a:miter/>
            </a:ln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223" name="任意形状 222">
            <a:extLst>
              <a:ext uri="{FF2B5EF4-FFF2-40B4-BE49-F238E27FC236}">
                <a16:creationId xmlns:a16="http://schemas.microsoft.com/office/drawing/2014/main" id="{807E83B9-9643-0449-403E-07F32B6CC12C}"/>
              </a:ext>
            </a:extLst>
          </p:cNvPr>
          <p:cNvSpPr/>
          <p:nvPr/>
        </p:nvSpPr>
        <p:spPr>
          <a:xfrm>
            <a:off x="3230087" y="1140846"/>
            <a:ext cx="548277" cy="661474"/>
          </a:xfrm>
          <a:custGeom>
            <a:avLst/>
            <a:gdLst>
              <a:gd name="csX0" fmla="*/ 548278 w 548277"/>
              <a:gd name="csY0" fmla="*/ 661475 h 661474"/>
              <a:gd name="csX1" fmla="*/ 0 w 548277"/>
              <a:gd name="csY1" fmla="*/ 0 h 661474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548277" h="661474">
                <a:moveTo>
                  <a:pt x="548278" y="661475"/>
                </a:moveTo>
                <a:lnTo>
                  <a:pt x="0" y="0"/>
                </a:lnTo>
              </a:path>
            </a:pathLst>
          </a:custGeom>
          <a:ln w="4372" cap="flat">
            <a:solidFill>
              <a:srgbClr val="5B8FD8"/>
            </a:solidFill>
            <a:custDash>
              <a:ds d="225000" sp="300000"/>
            </a:custDash>
            <a:miter/>
          </a:ln>
        </p:spPr>
        <p:txBody>
          <a:bodyPr/>
          <a:lstStyle/>
          <a:p>
            <a:endParaRPr lang="zh-CN" altLang="en-US"/>
          </a:p>
        </p:txBody>
      </p:sp>
      <p:grpSp>
        <p:nvGrpSpPr>
          <p:cNvPr id="224" name="图形 159">
            <a:extLst>
              <a:ext uri="{FF2B5EF4-FFF2-40B4-BE49-F238E27FC236}">
                <a16:creationId xmlns:a16="http://schemas.microsoft.com/office/drawing/2014/main" id="{030EACFC-26B8-0853-ABCF-80CC96FC5535}"/>
              </a:ext>
            </a:extLst>
          </p:cNvPr>
          <p:cNvGrpSpPr/>
          <p:nvPr/>
        </p:nvGrpSpPr>
        <p:grpSpPr>
          <a:xfrm>
            <a:off x="2713658" y="1794086"/>
            <a:ext cx="203053" cy="53401"/>
            <a:chOff x="2713658" y="1794086"/>
            <a:chExt cx="203053" cy="53401"/>
          </a:xfrm>
        </p:grpSpPr>
        <p:sp>
          <p:nvSpPr>
            <p:cNvPr id="225" name="圆角矩形 224">
              <a:extLst>
                <a:ext uri="{FF2B5EF4-FFF2-40B4-BE49-F238E27FC236}">
                  <a16:creationId xmlns:a16="http://schemas.microsoft.com/office/drawing/2014/main" id="{C8F171E8-666E-4D87-B7DB-2C1ADD56CBAF}"/>
                </a:ext>
              </a:extLst>
            </p:cNvPr>
            <p:cNvSpPr/>
            <p:nvPr/>
          </p:nvSpPr>
          <p:spPr>
            <a:xfrm>
              <a:off x="2780452" y="1794086"/>
              <a:ext cx="69465" cy="53401"/>
            </a:xfrm>
            <a:prstGeom prst="roundRect">
              <a:avLst>
                <a:gd name="adj" fmla="val 10006"/>
              </a:avLst>
            </a:prstGeom>
            <a:solidFill>
              <a:srgbClr val="D6DBE2"/>
            </a:solidFill>
            <a:ln w="3206" cap="flat">
              <a:solidFill>
                <a:srgbClr val="444444"/>
              </a:solidFill>
              <a:prstDash val="solid"/>
              <a:miter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6" name="矩形 225">
              <a:extLst>
                <a:ext uri="{FF2B5EF4-FFF2-40B4-BE49-F238E27FC236}">
                  <a16:creationId xmlns:a16="http://schemas.microsoft.com/office/drawing/2014/main" id="{97C4F0E0-E200-BEC4-ADC3-0D2F968DA8F1}"/>
                </a:ext>
              </a:extLst>
            </p:cNvPr>
            <p:cNvSpPr/>
            <p:nvPr/>
          </p:nvSpPr>
          <p:spPr>
            <a:xfrm>
              <a:off x="2713658" y="1802096"/>
              <a:ext cx="53435" cy="37380"/>
            </a:xfrm>
            <a:prstGeom prst="rect">
              <a:avLst/>
            </a:prstGeom>
            <a:solidFill>
              <a:srgbClr val="9FB9DD"/>
            </a:solidFill>
            <a:ln w="2672" cap="flat">
              <a:solidFill>
                <a:srgbClr val="315C9C"/>
              </a:solidFill>
              <a:prstDash val="solid"/>
              <a:miter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7" name="矩形 226">
              <a:extLst>
                <a:ext uri="{FF2B5EF4-FFF2-40B4-BE49-F238E27FC236}">
                  <a16:creationId xmlns:a16="http://schemas.microsoft.com/office/drawing/2014/main" id="{96276E20-8CE8-4F68-3295-F9E3CEFCA049}"/>
                </a:ext>
              </a:extLst>
            </p:cNvPr>
            <p:cNvSpPr/>
            <p:nvPr/>
          </p:nvSpPr>
          <p:spPr>
            <a:xfrm>
              <a:off x="2863276" y="1802096"/>
              <a:ext cx="53435" cy="37380"/>
            </a:xfrm>
            <a:prstGeom prst="rect">
              <a:avLst/>
            </a:prstGeom>
            <a:solidFill>
              <a:srgbClr val="9FB9DD"/>
            </a:solidFill>
            <a:ln w="2672" cap="flat">
              <a:solidFill>
                <a:srgbClr val="315C9C"/>
              </a:solidFill>
              <a:prstDash val="solid"/>
              <a:miter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8" name="椭圆 227">
              <a:extLst>
                <a:ext uri="{FF2B5EF4-FFF2-40B4-BE49-F238E27FC236}">
                  <a16:creationId xmlns:a16="http://schemas.microsoft.com/office/drawing/2014/main" id="{939F7CEE-7DF8-89FF-C278-AC578CFDC55C}"/>
                </a:ext>
              </a:extLst>
            </p:cNvPr>
            <p:cNvSpPr/>
            <p:nvPr/>
          </p:nvSpPr>
          <p:spPr>
            <a:xfrm>
              <a:off x="2807169" y="1812777"/>
              <a:ext cx="16030" cy="16020"/>
            </a:xfrm>
            <a:prstGeom prst="ellipse">
              <a:avLst/>
            </a:prstGeom>
            <a:solidFill>
              <a:srgbClr val="1F5FBF"/>
            </a:solidFill>
            <a:ln w="2672" cap="flat">
              <a:noFill/>
              <a:prstDash val="solid"/>
              <a:miter/>
            </a:ln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229" name="任意形状 228">
            <a:extLst>
              <a:ext uri="{FF2B5EF4-FFF2-40B4-BE49-F238E27FC236}">
                <a16:creationId xmlns:a16="http://schemas.microsoft.com/office/drawing/2014/main" id="{2B29DEF0-D287-6CD3-C4BA-DB50EBC5CBD2}"/>
              </a:ext>
            </a:extLst>
          </p:cNvPr>
          <p:cNvSpPr/>
          <p:nvPr/>
        </p:nvSpPr>
        <p:spPr>
          <a:xfrm>
            <a:off x="2815185" y="1140846"/>
            <a:ext cx="414901" cy="679940"/>
          </a:xfrm>
          <a:custGeom>
            <a:avLst/>
            <a:gdLst>
              <a:gd name="csX0" fmla="*/ 0 w 414901"/>
              <a:gd name="csY0" fmla="*/ 679941 h 679940"/>
              <a:gd name="csX1" fmla="*/ 414902 w 414901"/>
              <a:gd name="csY1" fmla="*/ 0 h 679940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414901" h="679940">
                <a:moveTo>
                  <a:pt x="0" y="679941"/>
                </a:moveTo>
                <a:lnTo>
                  <a:pt x="414902" y="0"/>
                </a:lnTo>
              </a:path>
            </a:pathLst>
          </a:custGeom>
          <a:ln w="4372" cap="flat">
            <a:solidFill>
              <a:srgbClr val="5B8FD8"/>
            </a:solidFill>
            <a:custDash>
              <a:ds d="225000" sp="300000"/>
            </a:custDash>
            <a:miter/>
          </a:ln>
        </p:spPr>
        <p:txBody>
          <a:bodyPr/>
          <a:lstStyle/>
          <a:p>
            <a:endParaRPr lang="zh-CN" altLang="en-US"/>
          </a:p>
        </p:txBody>
      </p:sp>
      <p:grpSp>
        <p:nvGrpSpPr>
          <p:cNvPr id="230" name="图形 159">
            <a:extLst>
              <a:ext uri="{FF2B5EF4-FFF2-40B4-BE49-F238E27FC236}">
                <a16:creationId xmlns:a16="http://schemas.microsoft.com/office/drawing/2014/main" id="{23B30A44-FCA8-1660-BD8C-6F0FF6447050}"/>
              </a:ext>
            </a:extLst>
          </p:cNvPr>
          <p:cNvGrpSpPr/>
          <p:nvPr/>
        </p:nvGrpSpPr>
        <p:grpSpPr>
          <a:xfrm>
            <a:off x="1995027" y="1611897"/>
            <a:ext cx="203053" cy="53401"/>
            <a:chOff x="1995027" y="1611897"/>
            <a:chExt cx="203053" cy="53401"/>
          </a:xfrm>
        </p:grpSpPr>
        <p:sp>
          <p:nvSpPr>
            <p:cNvPr id="231" name="圆角矩形 230">
              <a:extLst>
                <a:ext uri="{FF2B5EF4-FFF2-40B4-BE49-F238E27FC236}">
                  <a16:creationId xmlns:a16="http://schemas.microsoft.com/office/drawing/2014/main" id="{A549CE65-8DB4-1711-92F9-979F9F5F3620}"/>
                </a:ext>
              </a:extLst>
            </p:cNvPr>
            <p:cNvSpPr/>
            <p:nvPr/>
          </p:nvSpPr>
          <p:spPr>
            <a:xfrm>
              <a:off x="2061821" y="1611897"/>
              <a:ext cx="69465" cy="53401"/>
            </a:xfrm>
            <a:prstGeom prst="roundRect">
              <a:avLst>
                <a:gd name="adj" fmla="val 10006"/>
              </a:avLst>
            </a:prstGeom>
            <a:solidFill>
              <a:srgbClr val="D6DBE2"/>
            </a:solidFill>
            <a:ln w="3206" cap="flat">
              <a:solidFill>
                <a:srgbClr val="444444"/>
              </a:solidFill>
              <a:prstDash val="solid"/>
              <a:miter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2" name="矩形 231">
              <a:extLst>
                <a:ext uri="{FF2B5EF4-FFF2-40B4-BE49-F238E27FC236}">
                  <a16:creationId xmlns:a16="http://schemas.microsoft.com/office/drawing/2014/main" id="{39492DC7-AB8B-2FB4-DE65-B6061A12D118}"/>
                </a:ext>
              </a:extLst>
            </p:cNvPr>
            <p:cNvSpPr/>
            <p:nvPr/>
          </p:nvSpPr>
          <p:spPr>
            <a:xfrm>
              <a:off x="1995027" y="1619907"/>
              <a:ext cx="53435" cy="37380"/>
            </a:xfrm>
            <a:prstGeom prst="rect">
              <a:avLst/>
            </a:prstGeom>
            <a:solidFill>
              <a:srgbClr val="9FB9DD"/>
            </a:solidFill>
            <a:ln w="2672" cap="flat">
              <a:solidFill>
                <a:srgbClr val="315C9C"/>
              </a:solidFill>
              <a:prstDash val="solid"/>
              <a:miter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3" name="矩形 232">
              <a:extLst>
                <a:ext uri="{FF2B5EF4-FFF2-40B4-BE49-F238E27FC236}">
                  <a16:creationId xmlns:a16="http://schemas.microsoft.com/office/drawing/2014/main" id="{E91AEF3D-A81F-29B5-5DC7-F540D3D583D4}"/>
                </a:ext>
              </a:extLst>
            </p:cNvPr>
            <p:cNvSpPr/>
            <p:nvPr/>
          </p:nvSpPr>
          <p:spPr>
            <a:xfrm>
              <a:off x="2144645" y="1619907"/>
              <a:ext cx="53435" cy="37380"/>
            </a:xfrm>
            <a:prstGeom prst="rect">
              <a:avLst/>
            </a:prstGeom>
            <a:solidFill>
              <a:srgbClr val="9FB9DD"/>
            </a:solidFill>
            <a:ln w="2672" cap="flat">
              <a:solidFill>
                <a:srgbClr val="315C9C"/>
              </a:solidFill>
              <a:prstDash val="solid"/>
              <a:miter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4" name="椭圆 233">
              <a:extLst>
                <a:ext uri="{FF2B5EF4-FFF2-40B4-BE49-F238E27FC236}">
                  <a16:creationId xmlns:a16="http://schemas.microsoft.com/office/drawing/2014/main" id="{DC3678CD-55E0-BC25-E052-75EBDF11A7C1}"/>
                </a:ext>
              </a:extLst>
            </p:cNvPr>
            <p:cNvSpPr/>
            <p:nvPr/>
          </p:nvSpPr>
          <p:spPr>
            <a:xfrm>
              <a:off x="2088538" y="1630587"/>
              <a:ext cx="16030" cy="16020"/>
            </a:xfrm>
            <a:prstGeom prst="ellipse">
              <a:avLst/>
            </a:prstGeom>
            <a:solidFill>
              <a:srgbClr val="1F5FBF"/>
            </a:solidFill>
            <a:ln w="2672" cap="flat">
              <a:noFill/>
              <a:prstDash val="solid"/>
              <a:miter/>
            </a:ln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235" name="任意形状 234">
            <a:extLst>
              <a:ext uri="{FF2B5EF4-FFF2-40B4-BE49-F238E27FC236}">
                <a16:creationId xmlns:a16="http://schemas.microsoft.com/office/drawing/2014/main" id="{E7E22507-3851-AC53-216C-2AC8B35D4DAE}"/>
              </a:ext>
            </a:extLst>
          </p:cNvPr>
          <p:cNvSpPr/>
          <p:nvPr/>
        </p:nvSpPr>
        <p:spPr>
          <a:xfrm>
            <a:off x="2096554" y="1140846"/>
            <a:ext cx="1133532" cy="497751"/>
          </a:xfrm>
          <a:custGeom>
            <a:avLst/>
            <a:gdLst>
              <a:gd name="csX0" fmla="*/ 0 w 1133532"/>
              <a:gd name="csY0" fmla="*/ 497751 h 497751"/>
              <a:gd name="csX1" fmla="*/ 1133533 w 1133532"/>
              <a:gd name="csY1" fmla="*/ 0 h 497751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1133532" h="497751">
                <a:moveTo>
                  <a:pt x="0" y="497751"/>
                </a:moveTo>
                <a:lnTo>
                  <a:pt x="1133533" y="0"/>
                </a:lnTo>
              </a:path>
            </a:pathLst>
          </a:custGeom>
          <a:ln w="4372" cap="flat">
            <a:solidFill>
              <a:srgbClr val="5B8FD8"/>
            </a:solidFill>
            <a:custDash>
              <a:ds d="225000" sp="300000"/>
            </a:custDash>
            <a:miter/>
          </a:ln>
        </p:spPr>
        <p:txBody>
          <a:bodyPr/>
          <a:lstStyle/>
          <a:p>
            <a:endParaRPr lang="zh-CN" altLang="en-US"/>
          </a:p>
        </p:txBody>
      </p:sp>
      <p:grpSp>
        <p:nvGrpSpPr>
          <p:cNvPr id="236" name="图形 159">
            <a:extLst>
              <a:ext uri="{FF2B5EF4-FFF2-40B4-BE49-F238E27FC236}">
                <a16:creationId xmlns:a16="http://schemas.microsoft.com/office/drawing/2014/main" id="{8D835789-9372-3B49-6264-5508A3A26730}"/>
              </a:ext>
            </a:extLst>
          </p:cNvPr>
          <p:cNvGrpSpPr/>
          <p:nvPr/>
        </p:nvGrpSpPr>
        <p:grpSpPr>
          <a:xfrm>
            <a:off x="1580125" y="1296335"/>
            <a:ext cx="203053" cy="53401"/>
            <a:chOff x="1580125" y="1296335"/>
            <a:chExt cx="203053" cy="53401"/>
          </a:xfrm>
        </p:grpSpPr>
        <p:sp>
          <p:nvSpPr>
            <p:cNvPr id="237" name="圆角矩形 236">
              <a:extLst>
                <a:ext uri="{FF2B5EF4-FFF2-40B4-BE49-F238E27FC236}">
                  <a16:creationId xmlns:a16="http://schemas.microsoft.com/office/drawing/2014/main" id="{B82FF6A7-EE73-41B3-7DBA-D120AF753F87}"/>
                </a:ext>
              </a:extLst>
            </p:cNvPr>
            <p:cNvSpPr/>
            <p:nvPr/>
          </p:nvSpPr>
          <p:spPr>
            <a:xfrm>
              <a:off x="1646919" y="1296335"/>
              <a:ext cx="69465" cy="53401"/>
            </a:xfrm>
            <a:prstGeom prst="roundRect">
              <a:avLst>
                <a:gd name="adj" fmla="val 10006"/>
              </a:avLst>
            </a:prstGeom>
            <a:solidFill>
              <a:srgbClr val="D6DBE2"/>
            </a:solidFill>
            <a:ln w="3206" cap="flat">
              <a:solidFill>
                <a:srgbClr val="444444"/>
              </a:solidFill>
              <a:prstDash val="solid"/>
              <a:miter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8" name="矩形 237">
              <a:extLst>
                <a:ext uri="{FF2B5EF4-FFF2-40B4-BE49-F238E27FC236}">
                  <a16:creationId xmlns:a16="http://schemas.microsoft.com/office/drawing/2014/main" id="{6A2DF078-2145-320F-6D0F-840F11B46CD6}"/>
                </a:ext>
              </a:extLst>
            </p:cNvPr>
            <p:cNvSpPr/>
            <p:nvPr/>
          </p:nvSpPr>
          <p:spPr>
            <a:xfrm>
              <a:off x="1580125" y="1304345"/>
              <a:ext cx="53435" cy="37380"/>
            </a:xfrm>
            <a:prstGeom prst="rect">
              <a:avLst/>
            </a:prstGeom>
            <a:solidFill>
              <a:srgbClr val="9FB9DD"/>
            </a:solidFill>
            <a:ln w="2672" cap="flat">
              <a:solidFill>
                <a:srgbClr val="315C9C"/>
              </a:solidFill>
              <a:prstDash val="solid"/>
              <a:miter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9" name="矩形 238">
              <a:extLst>
                <a:ext uri="{FF2B5EF4-FFF2-40B4-BE49-F238E27FC236}">
                  <a16:creationId xmlns:a16="http://schemas.microsoft.com/office/drawing/2014/main" id="{9890BBC2-BC18-02DF-CC0A-DE93B19F51B9}"/>
                </a:ext>
              </a:extLst>
            </p:cNvPr>
            <p:cNvSpPr/>
            <p:nvPr/>
          </p:nvSpPr>
          <p:spPr>
            <a:xfrm>
              <a:off x="1729744" y="1304345"/>
              <a:ext cx="53435" cy="37380"/>
            </a:xfrm>
            <a:prstGeom prst="rect">
              <a:avLst/>
            </a:prstGeom>
            <a:solidFill>
              <a:srgbClr val="9FB9DD"/>
            </a:solidFill>
            <a:ln w="2672" cap="flat">
              <a:solidFill>
                <a:srgbClr val="315C9C"/>
              </a:solidFill>
              <a:prstDash val="solid"/>
              <a:miter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0" name="椭圆 239">
              <a:extLst>
                <a:ext uri="{FF2B5EF4-FFF2-40B4-BE49-F238E27FC236}">
                  <a16:creationId xmlns:a16="http://schemas.microsoft.com/office/drawing/2014/main" id="{A1113607-4B1B-BF1B-9BA7-078D3E9A180B}"/>
                </a:ext>
              </a:extLst>
            </p:cNvPr>
            <p:cNvSpPr/>
            <p:nvPr/>
          </p:nvSpPr>
          <p:spPr>
            <a:xfrm>
              <a:off x="1673637" y="1315025"/>
              <a:ext cx="16030" cy="16020"/>
            </a:xfrm>
            <a:prstGeom prst="ellipse">
              <a:avLst/>
            </a:prstGeom>
            <a:solidFill>
              <a:srgbClr val="1F5FBF"/>
            </a:solidFill>
            <a:ln w="2672" cap="flat">
              <a:noFill/>
              <a:prstDash val="solid"/>
              <a:miter/>
            </a:ln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241" name="任意形状 240">
            <a:extLst>
              <a:ext uri="{FF2B5EF4-FFF2-40B4-BE49-F238E27FC236}">
                <a16:creationId xmlns:a16="http://schemas.microsoft.com/office/drawing/2014/main" id="{F90D2A90-153B-C300-4A12-089C583505E0}"/>
              </a:ext>
            </a:extLst>
          </p:cNvPr>
          <p:cNvSpPr/>
          <p:nvPr/>
        </p:nvSpPr>
        <p:spPr>
          <a:xfrm>
            <a:off x="1681652" y="1140846"/>
            <a:ext cx="1548434" cy="182189"/>
          </a:xfrm>
          <a:custGeom>
            <a:avLst/>
            <a:gdLst>
              <a:gd name="csX0" fmla="*/ 0 w 1548434"/>
              <a:gd name="csY0" fmla="*/ 182190 h 182189"/>
              <a:gd name="csX1" fmla="*/ 1548435 w 1548434"/>
              <a:gd name="csY1" fmla="*/ 0 h 182189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1548434" h="182189">
                <a:moveTo>
                  <a:pt x="0" y="182190"/>
                </a:moveTo>
                <a:lnTo>
                  <a:pt x="1548435" y="0"/>
                </a:lnTo>
              </a:path>
            </a:pathLst>
          </a:custGeom>
          <a:ln w="4372" cap="flat">
            <a:solidFill>
              <a:srgbClr val="5B8FD8"/>
            </a:solidFill>
            <a:custDash>
              <a:ds d="225000" sp="300000"/>
            </a:custDash>
            <a:miter/>
          </a:ln>
        </p:spPr>
        <p:txBody>
          <a:bodyPr/>
          <a:lstStyle/>
          <a:p>
            <a:endParaRPr lang="zh-CN" altLang="en-US"/>
          </a:p>
        </p:txBody>
      </p:sp>
      <p:grpSp>
        <p:nvGrpSpPr>
          <p:cNvPr id="242" name="图形 159">
            <a:extLst>
              <a:ext uri="{FF2B5EF4-FFF2-40B4-BE49-F238E27FC236}">
                <a16:creationId xmlns:a16="http://schemas.microsoft.com/office/drawing/2014/main" id="{58E6584E-9152-5BB0-5F9B-7962A3231E29}"/>
              </a:ext>
            </a:extLst>
          </p:cNvPr>
          <p:cNvGrpSpPr/>
          <p:nvPr/>
        </p:nvGrpSpPr>
        <p:grpSpPr>
          <a:xfrm>
            <a:off x="3213084" y="2051096"/>
            <a:ext cx="276891" cy="72819"/>
            <a:chOff x="3213084" y="2051096"/>
            <a:chExt cx="276891" cy="72819"/>
          </a:xfrm>
        </p:grpSpPr>
        <p:sp>
          <p:nvSpPr>
            <p:cNvPr id="243" name="圆角矩形 242">
              <a:extLst>
                <a:ext uri="{FF2B5EF4-FFF2-40B4-BE49-F238E27FC236}">
                  <a16:creationId xmlns:a16="http://schemas.microsoft.com/office/drawing/2014/main" id="{F0A956D2-92EB-6C3E-364F-00F578598A5E}"/>
                </a:ext>
              </a:extLst>
            </p:cNvPr>
            <p:cNvSpPr/>
            <p:nvPr/>
          </p:nvSpPr>
          <p:spPr>
            <a:xfrm>
              <a:off x="3304167" y="2051096"/>
              <a:ext cx="94726" cy="72819"/>
            </a:xfrm>
            <a:prstGeom prst="roundRect">
              <a:avLst>
                <a:gd name="adj" fmla="val 10006"/>
              </a:avLst>
            </a:prstGeom>
            <a:solidFill>
              <a:srgbClr val="D6DBE2"/>
            </a:solidFill>
            <a:ln w="4372" cap="flat">
              <a:solidFill>
                <a:srgbClr val="444444"/>
              </a:solidFill>
              <a:prstDash val="solid"/>
              <a:miter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4" name="矩形 243">
              <a:extLst>
                <a:ext uri="{FF2B5EF4-FFF2-40B4-BE49-F238E27FC236}">
                  <a16:creationId xmlns:a16="http://schemas.microsoft.com/office/drawing/2014/main" id="{B8980F4F-BE4E-B1F9-5C45-EF22EA1612DF}"/>
                </a:ext>
              </a:extLst>
            </p:cNvPr>
            <p:cNvSpPr/>
            <p:nvPr/>
          </p:nvSpPr>
          <p:spPr>
            <a:xfrm>
              <a:off x="3213084" y="2062019"/>
              <a:ext cx="72866" cy="50973"/>
            </a:xfrm>
            <a:prstGeom prst="rect">
              <a:avLst/>
            </a:prstGeom>
            <a:solidFill>
              <a:srgbClr val="9FB9DD"/>
            </a:solidFill>
            <a:ln w="3644" cap="flat">
              <a:solidFill>
                <a:srgbClr val="315C9C"/>
              </a:solidFill>
              <a:prstDash val="solid"/>
              <a:miter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5" name="矩形 244">
              <a:extLst>
                <a:ext uri="{FF2B5EF4-FFF2-40B4-BE49-F238E27FC236}">
                  <a16:creationId xmlns:a16="http://schemas.microsoft.com/office/drawing/2014/main" id="{2C543AC5-FAD1-7887-CEF5-E9B50307BDBF}"/>
                </a:ext>
              </a:extLst>
            </p:cNvPr>
            <p:cNvSpPr/>
            <p:nvPr/>
          </p:nvSpPr>
          <p:spPr>
            <a:xfrm>
              <a:off x="3417110" y="2062019"/>
              <a:ext cx="72866" cy="50973"/>
            </a:xfrm>
            <a:prstGeom prst="rect">
              <a:avLst/>
            </a:prstGeom>
            <a:solidFill>
              <a:srgbClr val="9FB9DD"/>
            </a:solidFill>
            <a:ln w="3644" cap="flat">
              <a:solidFill>
                <a:srgbClr val="315C9C"/>
              </a:solidFill>
              <a:prstDash val="solid"/>
              <a:miter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6" name="椭圆 245">
              <a:extLst>
                <a:ext uri="{FF2B5EF4-FFF2-40B4-BE49-F238E27FC236}">
                  <a16:creationId xmlns:a16="http://schemas.microsoft.com/office/drawing/2014/main" id="{BE067113-839A-DE22-F248-36270424506B}"/>
                </a:ext>
              </a:extLst>
            </p:cNvPr>
            <p:cNvSpPr/>
            <p:nvPr/>
          </p:nvSpPr>
          <p:spPr>
            <a:xfrm>
              <a:off x="3340600" y="2076583"/>
              <a:ext cx="21859" cy="21845"/>
            </a:xfrm>
            <a:prstGeom prst="ellipse">
              <a:avLst/>
            </a:prstGeom>
            <a:solidFill>
              <a:srgbClr val="1F5FBF"/>
            </a:solidFill>
            <a:ln w="3644" cap="flat">
              <a:noFill/>
              <a:prstDash val="solid"/>
              <a:miter/>
            </a:ln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247" name="椭圆 246">
            <a:extLst>
              <a:ext uri="{FF2B5EF4-FFF2-40B4-BE49-F238E27FC236}">
                <a16:creationId xmlns:a16="http://schemas.microsoft.com/office/drawing/2014/main" id="{ACD1B5F9-35D1-944E-5C9E-949AFDE99ECF}"/>
              </a:ext>
            </a:extLst>
          </p:cNvPr>
          <p:cNvSpPr/>
          <p:nvPr/>
        </p:nvSpPr>
        <p:spPr>
          <a:xfrm>
            <a:off x="3001772" y="2053523"/>
            <a:ext cx="68008" cy="67965"/>
          </a:xfrm>
          <a:prstGeom prst="ellipse">
            <a:avLst/>
          </a:prstGeom>
          <a:solidFill>
            <a:srgbClr val="1F5FBF"/>
          </a:solidFill>
          <a:ln w="4858" cap="flat">
            <a:noFill/>
            <a:prstDash val="solid"/>
            <a:miter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48" name="文本框 247">
            <a:extLst>
              <a:ext uri="{FF2B5EF4-FFF2-40B4-BE49-F238E27FC236}">
                <a16:creationId xmlns:a16="http://schemas.microsoft.com/office/drawing/2014/main" id="{8E91DA90-74F1-26D5-E088-3F4E01823DFD}"/>
              </a:ext>
            </a:extLst>
          </p:cNvPr>
          <p:cNvSpPr txBox="1"/>
          <p:nvPr/>
        </p:nvSpPr>
        <p:spPr>
          <a:xfrm>
            <a:off x="2750027" y="2178840"/>
            <a:ext cx="556079" cy="16259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975" spc="0" baseline="0" dirty="0">
                <a:ln/>
                <a:solidFill>
                  <a:srgbClr val="3F444A"/>
                </a:solidFill>
                <a:latin typeface="Arial"/>
                <a:cs typeface="Arial"/>
                <a:sym typeface="Arial"/>
                <a:rtl val="0"/>
              </a:rPr>
              <a:t>initial state x</a:t>
            </a:r>
            <a:r>
              <a:rPr lang="zh-CN" altLang="en-US" sz="975" spc="0" baseline="0" dirty="0">
                <a:ln/>
                <a:solidFill>
                  <a:srgbClr val="3F444A"/>
                </a:solidFill>
                <a:latin typeface="Cambria Math"/>
                <a:cs typeface="Arial"/>
                <a:sym typeface="Cambria Math"/>
                <a:rtl val="0"/>
              </a:rPr>
              <a:t>₀</a:t>
            </a:r>
          </a:p>
        </p:txBody>
      </p:sp>
      <p:sp>
        <p:nvSpPr>
          <p:cNvPr id="249" name="任意形状 248">
            <a:extLst>
              <a:ext uri="{FF2B5EF4-FFF2-40B4-BE49-F238E27FC236}">
                <a16:creationId xmlns:a16="http://schemas.microsoft.com/office/drawing/2014/main" id="{CD2797A3-6E94-C384-ED67-3D893EBD42FF}"/>
              </a:ext>
            </a:extLst>
          </p:cNvPr>
          <p:cNvSpPr/>
          <p:nvPr/>
        </p:nvSpPr>
        <p:spPr>
          <a:xfrm>
            <a:off x="3035777" y="2069301"/>
            <a:ext cx="315753" cy="18204"/>
          </a:xfrm>
          <a:custGeom>
            <a:avLst/>
            <a:gdLst>
              <a:gd name="csX0" fmla="*/ 0 w 315753"/>
              <a:gd name="csY0" fmla="*/ 18205 h 18204"/>
              <a:gd name="csX1" fmla="*/ 315754 w 315753"/>
              <a:gd name="csY1" fmla="*/ 18205 h 18204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315753" h="18204">
                <a:moveTo>
                  <a:pt x="0" y="18205"/>
                </a:moveTo>
                <a:cubicBezTo>
                  <a:pt x="136017" y="-6068"/>
                  <a:pt x="218599" y="-6068"/>
                  <a:pt x="315754" y="18205"/>
                </a:cubicBezTo>
              </a:path>
            </a:pathLst>
          </a:custGeom>
          <a:noFill/>
          <a:ln w="11659" cap="flat">
            <a:solidFill>
              <a:srgbClr val="1F5FBF"/>
            </a:solidFill>
            <a:custDash>
              <a:ds d="600000" sp="450000"/>
            </a:custDash>
            <a:miter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0" name="椭圆 249">
            <a:extLst>
              <a:ext uri="{FF2B5EF4-FFF2-40B4-BE49-F238E27FC236}">
                <a16:creationId xmlns:a16="http://schemas.microsoft.com/office/drawing/2014/main" id="{DBC32E00-7408-F9DF-AA00-06F3C7DCC21E}"/>
              </a:ext>
            </a:extLst>
          </p:cNvPr>
          <p:cNvSpPr/>
          <p:nvPr/>
        </p:nvSpPr>
        <p:spPr>
          <a:xfrm>
            <a:off x="3098927" y="1014625"/>
            <a:ext cx="48577" cy="48546"/>
          </a:xfrm>
          <a:prstGeom prst="ellipse">
            <a:avLst/>
          </a:prstGeom>
          <a:solidFill>
            <a:srgbClr val="43A047"/>
          </a:solidFill>
          <a:ln w="2429" cap="flat">
            <a:solidFill>
              <a:srgbClr val="444444"/>
            </a:solidFill>
            <a:prstDash val="solid"/>
            <a:miter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1" name="椭圆 250">
            <a:extLst>
              <a:ext uri="{FF2B5EF4-FFF2-40B4-BE49-F238E27FC236}">
                <a16:creationId xmlns:a16="http://schemas.microsoft.com/office/drawing/2014/main" id="{3044C6D0-F9CD-B582-2B2A-E03CB7CD9210}"/>
              </a:ext>
            </a:extLst>
          </p:cNvPr>
          <p:cNvSpPr/>
          <p:nvPr/>
        </p:nvSpPr>
        <p:spPr>
          <a:xfrm>
            <a:off x="3317526" y="1068026"/>
            <a:ext cx="48577" cy="48546"/>
          </a:xfrm>
          <a:prstGeom prst="ellipse">
            <a:avLst/>
          </a:prstGeom>
          <a:solidFill>
            <a:srgbClr val="43A047"/>
          </a:solidFill>
          <a:ln w="2429" cap="flat">
            <a:solidFill>
              <a:srgbClr val="444444"/>
            </a:solidFill>
            <a:prstDash val="solid"/>
            <a:miter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2" name="椭圆 251">
            <a:extLst>
              <a:ext uri="{FF2B5EF4-FFF2-40B4-BE49-F238E27FC236}">
                <a16:creationId xmlns:a16="http://schemas.microsoft.com/office/drawing/2014/main" id="{6D7918FA-39CF-D95B-AB48-9B35ACF8A709}"/>
              </a:ext>
            </a:extLst>
          </p:cNvPr>
          <p:cNvSpPr/>
          <p:nvPr/>
        </p:nvSpPr>
        <p:spPr>
          <a:xfrm>
            <a:off x="3618707" y="1140846"/>
            <a:ext cx="48577" cy="48546"/>
          </a:xfrm>
          <a:prstGeom prst="ellipse">
            <a:avLst/>
          </a:prstGeom>
          <a:solidFill>
            <a:srgbClr val="F4C542"/>
          </a:solidFill>
          <a:ln w="2429" cap="flat">
            <a:solidFill>
              <a:srgbClr val="444444"/>
            </a:solidFill>
            <a:prstDash val="solid"/>
            <a:miter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3" name="椭圆 252">
            <a:extLst>
              <a:ext uri="{FF2B5EF4-FFF2-40B4-BE49-F238E27FC236}">
                <a16:creationId xmlns:a16="http://schemas.microsoft.com/office/drawing/2014/main" id="{B1CE3959-724B-7ABE-D396-533F43C2058C}"/>
              </a:ext>
            </a:extLst>
          </p:cNvPr>
          <p:cNvSpPr/>
          <p:nvPr/>
        </p:nvSpPr>
        <p:spPr>
          <a:xfrm>
            <a:off x="2972626" y="1237939"/>
            <a:ext cx="48577" cy="48546"/>
          </a:xfrm>
          <a:prstGeom prst="ellipse">
            <a:avLst/>
          </a:prstGeom>
          <a:solidFill>
            <a:srgbClr val="43A047"/>
          </a:solidFill>
          <a:ln w="2429" cap="flat">
            <a:solidFill>
              <a:srgbClr val="444444"/>
            </a:solidFill>
            <a:prstDash val="solid"/>
            <a:miter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4" name="椭圆 253">
            <a:extLst>
              <a:ext uri="{FF2B5EF4-FFF2-40B4-BE49-F238E27FC236}">
                <a16:creationId xmlns:a16="http://schemas.microsoft.com/office/drawing/2014/main" id="{173DC9CE-A08F-EE37-B7CA-B7DC2D9F9261}"/>
              </a:ext>
            </a:extLst>
          </p:cNvPr>
          <p:cNvSpPr/>
          <p:nvPr/>
        </p:nvSpPr>
        <p:spPr>
          <a:xfrm>
            <a:off x="2671445" y="1111718"/>
            <a:ext cx="48577" cy="48546"/>
          </a:xfrm>
          <a:prstGeom prst="ellipse">
            <a:avLst/>
          </a:prstGeom>
          <a:solidFill>
            <a:srgbClr val="F4C542"/>
          </a:solidFill>
          <a:ln w="2429" cap="flat">
            <a:solidFill>
              <a:srgbClr val="444444"/>
            </a:solidFill>
            <a:prstDash val="solid"/>
            <a:miter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5" name="椭圆 254">
            <a:extLst>
              <a:ext uri="{FF2B5EF4-FFF2-40B4-BE49-F238E27FC236}">
                <a16:creationId xmlns:a16="http://schemas.microsoft.com/office/drawing/2014/main" id="{5C67A256-7CBD-91F4-676B-A064A67FF607}"/>
              </a:ext>
            </a:extLst>
          </p:cNvPr>
          <p:cNvSpPr/>
          <p:nvPr/>
        </p:nvSpPr>
        <p:spPr>
          <a:xfrm>
            <a:off x="3706146" y="873839"/>
            <a:ext cx="48577" cy="48546"/>
          </a:xfrm>
          <a:prstGeom prst="ellipse">
            <a:avLst/>
          </a:prstGeom>
          <a:solidFill>
            <a:srgbClr val="43A047"/>
          </a:solidFill>
          <a:ln w="2429" cap="flat">
            <a:solidFill>
              <a:srgbClr val="444444"/>
            </a:solidFill>
            <a:prstDash val="solid"/>
            <a:miter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6" name="椭圆 255">
            <a:extLst>
              <a:ext uri="{FF2B5EF4-FFF2-40B4-BE49-F238E27FC236}">
                <a16:creationId xmlns:a16="http://schemas.microsoft.com/office/drawing/2014/main" id="{00956233-406C-A64B-4C87-1AEBED1F79D9}"/>
              </a:ext>
            </a:extLst>
          </p:cNvPr>
          <p:cNvSpPr/>
          <p:nvPr/>
        </p:nvSpPr>
        <p:spPr>
          <a:xfrm>
            <a:off x="3448685" y="1441835"/>
            <a:ext cx="48577" cy="48546"/>
          </a:xfrm>
          <a:prstGeom prst="ellipse">
            <a:avLst/>
          </a:prstGeom>
          <a:solidFill>
            <a:srgbClr val="F4C542"/>
          </a:solidFill>
          <a:ln w="2429" cap="flat">
            <a:solidFill>
              <a:srgbClr val="444444"/>
            </a:solidFill>
            <a:prstDash val="solid"/>
            <a:miter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7" name="椭圆 256">
            <a:extLst>
              <a:ext uri="{FF2B5EF4-FFF2-40B4-BE49-F238E27FC236}">
                <a16:creationId xmlns:a16="http://schemas.microsoft.com/office/drawing/2014/main" id="{18E4CC89-A94F-88D8-442E-011BE282673F}"/>
              </a:ext>
            </a:extLst>
          </p:cNvPr>
          <p:cNvSpPr/>
          <p:nvPr/>
        </p:nvSpPr>
        <p:spPr>
          <a:xfrm>
            <a:off x="2894902" y="868985"/>
            <a:ext cx="48577" cy="48546"/>
          </a:xfrm>
          <a:prstGeom prst="ellipse">
            <a:avLst/>
          </a:prstGeom>
          <a:solidFill>
            <a:srgbClr val="43A047"/>
          </a:solidFill>
          <a:ln w="2429" cap="flat">
            <a:solidFill>
              <a:srgbClr val="444444"/>
            </a:solidFill>
            <a:prstDash val="solid"/>
            <a:miter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8" name="椭圆 257">
            <a:extLst>
              <a:ext uri="{FF2B5EF4-FFF2-40B4-BE49-F238E27FC236}">
                <a16:creationId xmlns:a16="http://schemas.microsoft.com/office/drawing/2014/main" id="{CAD6DCC8-13A8-AB3D-3ABD-AED3C734BFDD}"/>
              </a:ext>
            </a:extLst>
          </p:cNvPr>
          <p:cNvSpPr/>
          <p:nvPr/>
        </p:nvSpPr>
        <p:spPr>
          <a:xfrm>
            <a:off x="3400108" y="786455"/>
            <a:ext cx="48577" cy="48546"/>
          </a:xfrm>
          <a:prstGeom prst="ellipse">
            <a:avLst/>
          </a:prstGeom>
          <a:solidFill>
            <a:srgbClr val="43A047"/>
          </a:solidFill>
          <a:ln w="2429" cap="flat">
            <a:solidFill>
              <a:srgbClr val="444444"/>
            </a:solidFill>
            <a:prstDash val="solid"/>
            <a:miter/>
          </a:ln>
        </p:spPr>
        <p:txBody>
          <a:bodyPr/>
          <a:lstStyle/>
          <a:p>
            <a:endParaRPr lang="zh-CN" altLang="en-US"/>
          </a:p>
        </p:txBody>
      </p:sp>
      <p:grpSp>
        <p:nvGrpSpPr>
          <p:cNvPr id="259" name="图形 159">
            <a:extLst>
              <a:ext uri="{FF2B5EF4-FFF2-40B4-BE49-F238E27FC236}">
                <a16:creationId xmlns:a16="http://schemas.microsoft.com/office/drawing/2014/main" id="{34B3EBD7-C8ED-0DBD-9AFB-6F11D70FB352}"/>
              </a:ext>
            </a:extLst>
          </p:cNvPr>
          <p:cNvGrpSpPr/>
          <p:nvPr/>
        </p:nvGrpSpPr>
        <p:grpSpPr>
          <a:xfrm>
            <a:off x="1583309" y="1583744"/>
            <a:ext cx="794559" cy="662775"/>
            <a:chOff x="1583309" y="1583744"/>
            <a:chExt cx="794559" cy="662775"/>
          </a:xfrm>
        </p:grpSpPr>
        <p:sp>
          <p:nvSpPr>
            <p:cNvPr id="260" name="任意形状 259">
              <a:extLst>
                <a:ext uri="{FF2B5EF4-FFF2-40B4-BE49-F238E27FC236}">
                  <a16:creationId xmlns:a16="http://schemas.microsoft.com/office/drawing/2014/main" id="{C4F60102-0EE8-1BCE-64D1-58B011DD0D3D}"/>
                </a:ext>
              </a:extLst>
            </p:cNvPr>
            <p:cNvSpPr/>
            <p:nvPr/>
          </p:nvSpPr>
          <p:spPr>
            <a:xfrm>
              <a:off x="1627029" y="2087506"/>
              <a:ext cx="446913" cy="4854"/>
            </a:xfrm>
            <a:custGeom>
              <a:avLst/>
              <a:gdLst>
                <a:gd name="csX0" fmla="*/ 70 w 446913"/>
                <a:gd name="csY0" fmla="*/ 430 h 4854"/>
                <a:gd name="csX1" fmla="*/ 446983 w 446913"/>
                <a:gd name="csY1" fmla="*/ 430 h 485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446913" h="4854">
                  <a:moveTo>
                    <a:pt x="70" y="430"/>
                  </a:moveTo>
                  <a:lnTo>
                    <a:pt x="446983" y="430"/>
                  </a:lnTo>
                </a:path>
              </a:pathLst>
            </a:custGeom>
            <a:ln w="9716" cap="flat">
              <a:solidFill>
                <a:srgbClr val="111111"/>
              </a:solidFill>
              <a:prstDash val="solid"/>
              <a:miter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1" name="任意形状 260">
              <a:extLst>
                <a:ext uri="{FF2B5EF4-FFF2-40B4-BE49-F238E27FC236}">
                  <a16:creationId xmlns:a16="http://schemas.microsoft.com/office/drawing/2014/main" id="{6B7CF639-48D2-5BC2-B1C1-C75A6AC46207}"/>
                </a:ext>
              </a:extLst>
            </p:cNvPr>
            <p:cNvSpPr/>
            <p:nvPr/>
          </p:nvSpPr>
          <p:spPr>
            <a:xfrm>
              <a:off x="1627029" y="1660295"/>
              <a:ext cx="4857" cy="427210"/>
            </a:xfrm>
            <a:custGeom>
              <a:avLst/>
              <a:gdLst>
                <a:gd name="csX0" fmla="*/ 70 w 4857"/>
                <a:gd name="csY0" fmla="*/ 427641 h 427210"/>
                <a:gd name="csX1" fmla="*/ 70 w 4857"/>
                <a:gd name="csY1" fmla="*/ 430 h 42721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4857" h="427210">
                  <a:moveTo>
                    <a:pt x="70" y="427641"/>
                  </a:moveTo>
                  <a:lnTo>
                    <a:pt x="70" y="430"/>
                  </a:lnTo>
                </a:path>
              </a:pathLst>
            </a:custGeom>
            <a:ln w="9716" cap="flat">
              <a:solidFill>
                <a:srgbClr val="111111"/>
              </a:solidFill>
              <a:prstDash val="solid"/>
              <a:miter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2" name="椭圆 261">
              <a:extLst>
                <a:ext uri="{FF2B5EF4-FFF2-40B4-BE49-F238E27FC236}">
                  <a16:creationId xmlns:a16="http://schemas.microsoft.com/office/drawing/2014/main" id="{1D66B62E-120E-F106-E8D4-B4558FC7357F}"/>
                </a:ext>
              </a:extLst>
            </p:cNvPr>
            <p:cNvSpPr/>
            <p:nvPr/>
          </p:nvSpPr>
          <p:spPr>
            <a:xfrm>
              <a:off x="1583309" y="2043814"/>
              <a:ext cx="87439" cy="87383"/>
            </a:xfrm>
            <a:prstGeom prst="ellipse">
              <a:avLst/>
            </a:prstGeom>
            <a:noFill/>
            <a:ln w="9716" cap="flat">
              <a:solidFill>
                <a:srgbClr val="111111"/>
              </a:solidFill>
              <a:prstDash val="solid"/>
              <a:miter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3" name="椭圆 262">
              <a:extLst>
                <a:ext uri="{FF2B5EF4-FFF2-40B4-BE49-F238E27FC236}">
                  <a16:creationId xmlns:a16="http://schemas.microsoft.com/office/drawing/2014/main" id="{64157FA2-3BBD-1849-7665-970D1FD2E4DF}"/>
                </a:ext>
              </a:extLst>
            </p:cNvPr>
            <p:cNvSpPr/>
            <p:nvPr/>
          </p:nvSpPr>
          <p:spPr>
            <a:xfrm>
              <a:off x="1612456" y="2072942"/>
              <a:ext cx="29146" cy="29127"/>
            </a:xfrm>
            <a:prstGeom prst="ellipse">
              <a:avLst/>
            </a:prstGeom>
            <a:solidFill>
              <a:srgbClr val="111111"/>
            </a:solidFill>
            <a:ln w="4858" cap="flat">
              <a:noFill/>
              <a:prstDash val="solid"/>
              <a:miter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4" name="文本框 263">
              <a:extLst>
                <a:ext uri="{FF2B5EF4-FFF2-40B4-BE49-F238E27FC236}">
                  <a16:creationId xmlns:a16="http://schemas.microsoft.com/office/drawing/2014/main" id="{09A45A08-0234-0293-EEEB-8FE31B02BB1B}"/>
                </a:ext>
              </a:extLst>
            </p:cNvPr>
            <p:cNvSpPr txBox="1"/>
            <p:nvPr/>
          </p:nvSpPr>
          <p:spPr>
            <a:xfrm>
              <a:off x="2040795" y="2008927"/>
              <a:ext cx="428514" cy="16194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zh-CN" altLang="en-US" sz="975" spc="0" baseline="0">
                  <a:ln/>
                  <a:solidFill>
                    <a:srgbClr val="3F444A"/>
                  </a:solidFill>
                  <a:latin typeface="Arial"/>
                  <a:cs typeface="Arial"/>
                  <a:sym typeface="Arial"/>
                  <a:rtl val="0"/>
                </a:rPr>
                <a:t>x (radial)</a:t>
              </a:r>
            </a:p>
          </p:txBody>
        </p:sp>
        <p:sp>
          <p:nvSpPr>
            <p:cNvPr id="265" name="文本框 264">
              <a:extLst>
                <a:ext uri="{FF2B5EF4-FFF2-40B4-BE49-F238E27FC236}">
                  <a16:creationId xmlns:a16="http://schemas.microsoft.com/office/drawing/2014/main" id="{EFFC258C-DD24-DF4D-5BA5-150ECF726D6E}"/>
                </a:ext>
              </a:extLst>
            </p:cNvPr>
            <p:cNvSpPr txBox="1"/>
            <p:nvPr/>
          </p:nvSpPr>
          <p:spPr>
            <a:xfrm>
              <a:off x="1584167" y="1538024"/>
              <a:ext cx="586452" cy="16194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zh-CN" altLang="en-US" sz="975" spc="0" baseline="0">
                  <a:ln/>
                  <a:solidFill>
                    <a:srgbClr val="3F444A"/>
                  </a:solidFill>
                  <a:latin typeface="Arial"/>
                  <a:cs typeface="Arial"/>
                  <a:sym typeface="Arial"/>
                  <a:rtl val="0"/>
                </a:rPr>
                <a:t>y (along-track)</a:t>
              </a:r>
            </a:p>
          </p:txBody>
        </p:sp>
        <p:sp>
          <p:nvSpPr>
            <p:cNvPr id="266" name="文本框 265">
              <a:extLst>
                <a:ext uri="{FF2B5EF4-FFF2-40B4-BE49-F238E27FC236}">
                  <a16:creationId xmlns:a16="http://schemas.microsoft.com/office/drawing/2014/main" id="{5E54FC46-AA03-3640-7E6D-921830BE96AD}"/>
                </a:ext>
              </a:extLst>
            </p:cNvPr>
            <p:cNvSpPr txBox="1"/>
            <p:nvPr/>
          </p:nvSpPr>
          <p:spPr>
            <a:xfrm>
              <a:off x="1496727" y="2130293"/>
              <a:ext cx="582814" cy="16194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zh-CN" altLang="en-US" sz="975" spc="0" baseline="0">
                  <a:ln/>
                  <a:solidFill>
                    <a:srgbClr val="3F444A"/>
                  </a:solidFill>
                  <a:latin typeface="Arial"/>
                  <a:cs typeface="Arial"/>
                  <a:sym typeface="Arial"/>
                  <a:rtl val="0"/>
                </a:rPr>
                <a:t>z (cross-track)</a:t>
              </a:r>
            </a:p>
          </p:txBody>
        </p:sp>
      </p:grpSp>
      <p:sp>
        <p:nvSpPr>
          <p:cNvPr id="267" name="矩形 266">
            <a:extLst>
              <a:ext uri="{FF2B5EF4-FFF2-40B4-BE49-F238E27FC236}">
                <a16:creationId xmlns:a16="http://schemas.microsoft.com/office/drawing/2014/main" id="{9B9A61EB-7637-0478-346B-A03C2ECF6E0C}"/>
              </a:ext>
            </a:extLst>
          </p:cNvPr>
          <p:cNvSpPr/>
          <p:nvPr/>
        </p:nvSpPr>
        <p:spPr>
          <a:xfrm>
            <a:off x="4201637" y="1771952"/>
            <a:ext cx="777240" cy="534013"/>
          </a:xfrm>
          <a:prstGeom prst="rect">
            <a:avLst/>
          </a:prstGeom>
          <a:solidFill>
            <a:srgbClr val="FFFFFF"/>
          </a:solidFill>
          <a:ln w="6315" cap="flat">
            <a:solidFill>
              <a:srgbClr val="9AA3AD"/>
            </a:solidFill>
            <a:prstDash val="solid"/>
            <a:miter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8" name="文本框 267">
            <a:extLst>
              <a:ext uri="{FF2B5EF4-FFF2-40B4-BE49-F238E27FC236}">
                <a16:creationId xmlns:a16="http://schemas.microsoft.com/office/drawing/2014/main" id="{8460F9DC-3043-F54B-64F2-8E0556CDC7C3}"/>
              </a:ext>
            </a:extLst>
          </p:cNvPr>
          <p:cNvSpPr txBox="1"/>
          <p:nvPr/>
        </p:nvSpPr>
        <p:spPr>
          <a:xfrm>
            <a:off x="4231640" y="1805031"/>
            <a:ext cx="653211" cy="16194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975" spc="0" baseline="0">
                <a:ln/>
                <a:solidFill>
                  <a:srgbClr val="3F444A"/>
                </a:solidFill>
                <a:latin typeface="Arial"/>
                <a:cs typeface="Arial"/>
                <a:sym typeface="Arial"/>
                <a:rtl val="0"/>
              </a:rPr>
              <a:t>Surface samples</a:t>
            </a:r>
          </a:p>
        </p:txBody>
      </p:sp>
      <p:sp>
        <p:nvSpPr>
          <p:cNvPr id="269" name="椭圆 268">
            <a:extLst>
              <a:ext uri="{FF2B5EF4-FFF2-40B4-BE49-F238E27FC236}">
                <a16:creationId xmlns:a16="http://schemas.microsoft.com/office/drawing/2014/main" id="{98A31C46-4E18-7D8E-48D3-96939D807CB1}"/>
              </a:ext>
            </a:extLst>
          </p:cNvPr>
          <p:cNvSpPr/>
          <p:nvPr/>
        </p:nvSpPr>
        <p:spPr>
          <a:xfrm>
            <a:off x="4279361" y="2009831"/>
            <a:ext cx="58293" cy="58255"/>
          </a:xfrm>
          <a:prstGeom prst="ellipse">
            <a:avLst/>
          </a:prstGeom>
          <a:solidFill>
            <a:srgbClr val="43A047"/>
          </a:solidFill>
          <a:ln w="4858" cap="flat">
            <a:solidFill>
              <a:srgbClr val="444444"/>
            </a:solidFill>
            <a:prstDash val="solid"/>
            <a:miter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70" name="文本框 269">
            <a:extLst>
              <a:ext uri="{FF2B5EF4-FFF2-40B4-BE49-F238E27FC236}">
                <a16:creationId xmlns:a16="http://schemas.microsoft.com/office/drawing/2014/main" id="{0CAF64B9-D684-66E4-3961-14AC7927C72B}"/>
              </a:ext>
            </a:extLst>
          </p:cNvPr>
          <p:cNvSpPr txBox="1"/>
          <p:nvPr/>
        </p:nvSpPr>
        <p:spPr>
          <a:xfrm>
            <a:off x="4304507" y="1969170"/>
            <a:ext cx="372982" cy="1510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825" spc="0" baseline="0">
                <a:ln/>
                <a:solidFill>
                  <a:srgbClr val="3F444A"/>
                </a:solidFill>
                <a:latin typeface="Arial"/>
                <a:cs typeface="Arial"/>
                <a:sym typeface="Arial"/>
                <a:rtl val="0"/>
              </a:rPr>
              <a:t>covered</a:t>
            </a:r>
          </a:p>
        </p:txBody>
      </p:sp>
      <p:sp>
        <p:nvSpPr>
          <p:cNvPr id="271" name="椭圆 270">
            <a:extLst>
              <a:ext uri="{FF2B5EF4-FFF2-40B4-BE49-F238E27FC236}">
                <a16:creationId xmlns:a16="http://schemas.microsoft.com/office/drawing/2014/main" id="{73206B34-F21E-A711-1BCB-5495A26ABE9F}"/>
              </a:ext>
            </a:extLst>
          </p:cNvPr>
          <p:cNvSpPr/>
          <p:nvPr/>
        </p:nvSpPr>
        <p:spPr>
          <a:xfrm>
            <a:off x="4279361" y="2145762"/>
            <a:ext cx="58293" cy="58255"/>
          </a:xfrm>
          <a:prstGeom prst="ellipse">
            <a:avLst/>
          </a:prstGeom>
          <a:solidFill>
            <a:srgbClr val="F4C542"/>
          </a:solidFill>
          <a:ln w="4858" cap="flat">
            <a:solidFill>
              <a:srgbClr val="444444"/>
            </a:solidFill>
            <a:prstDash val="solid"/>
            <a:miter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72" name="文本框 271">
            <a:extLst>
              <a:ext uri="{FF2B5EF4-FFF2-40B4-BE49-F238E27FC236}">
                <a16:creationId xmlns:a16="http://schemas.microsoft.com/office/drawing/2014/main" id="{3A6EA79F-E0E5-95F5-7ABF-C2F484C754F3}"/>
              </a:ext>
            </a:extLst>
          </p:cNvPr>
          <p:cNvSpPr txBox="1"/>
          <p:nvPr/>
        </p:nvSpPr>
        <p:spPr>
          <a:xfrm>
            <a:off x="4304507" y="2105100"/>
            <a:ext cx="506674" cy="1510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825" spc="0" baseline="0">
                <a:ln/>
                <a:solidFill>
                  <a:srgbClr val="3F444A"/>
                </a:solidFill>
                <a:latin typeface="Arial"/>
                <a:cs typeface="Arial"/>
                <a:sym typeface="Arial"/>
                <a:rtl val="0"/>
              </a:rPr>
              <a:t>to be covered</a:t>
            </a:r>
          </a:p>
        </p:txBody>
      </p:sp>
      <p:grpSp>
        <p:nvGrpSpPr>
          <p:cNvPr id="273" name="图形 159">
            <a:extLst>
              <a:ext uri="{FF2B5EF4-FFF2-40B4-BE49-F238E27FC236}">
                <a16:creationId xmlns:a16="http://schemas.microsoft.com/office/drawing/2014/main" id="{7A5C2D43-54B4-3223-3D77-6BA92A143B18}"/>
              </a:ext>
            </a:extLst>
          </p:cNvPr>
          <p:cNvGrpSpPr/>
          <p:nvPr/>
        </p:nvGrpSpPr>
        <p:grpSpPr>
          <a:xfrm>
            <a:off x="4248757" y="2279265"/>
            <a:ext cx="129216" cy="33982"/>
            <a:chOff x="4248757" y="2279265"/>
            <a:chExt cx="129216" cy="33982"/>
          </a:xfrm>
        </p:grpSpPr>
        <p:sp>
          <p:nvSpPr>
            <p:cNvPr id="274" name="圆角矩形 273">
              <a:extLst>
                <a:ext uri="{FF2B5EF4-FFF2-40B4-BE49-F238E27FC236}">
                  <a16:creationId xmlns:a16="http://schemas.microsoft.com/office/drawing/2014/main" id="{FC459C00-9A5C-D851-5495-47D6F4D7771C}"/>
                </a:ext>
              </a:extLst>
            </p:cNvPr>
            <p:cNvSpPr/>
            <p:nvPr/>
          </p:nvSpPr>
          <p:spPr>
            <a:xfrm>
              <a:off x="4291262" y="2279265"/>
              <a:ext cx="44205" cy="33982"/>
            </a:xfrm>
            <a:prstGeom prst="roundRect">
              <a:avLst>
                <a:gd name="adj" fmla="val 10006"/>
              </a:avLst>
            </a:prstGeom>
            <a:solidFill>
              <a:srgbClr val="D6DBE2"/>
            </a:solidFill>
            <a:ln w="2040" cap="flat">
              <a:solidFill>
                <a:srgbClr val="444444"/>
              </a:solidFill>
              <a:prstDash val="solid"/>
              <a:miter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5" name="矩形 274">
              <a:extLst>
                <a:ext uri="{FF2B5EF4-FFF2-40B4-BE49-F238E27FC236}">
                  <a16:creationId xmlns:a16="http://schemas.microsoft.com/office/drawing/2014/main" id="{EFCE607B-6CFF-F02F-75DB-CB75817FEED4}"/>
                </a:ext>
              </a:extLst>
            </p:cNvPr>
            <p:cNvSpPr/>
            <p:nvPr/>
          </p:nvSpPr>
          <p:spPr>
            <a:xfrm>
              <a:off x="4248757" y="2284362"/>
              <a:ext cx="34004" cy="23787"/>
            </a:xfrm>
            <a:prstGeom prst="rect">
              <a:avLst/>
            </a:prstGeom>
            <a:solidFill>
              <a:srgbClr val="9FB9DD"/>
            </a:solidFill>
            <a:ln w="1700" cap="flat">
              <a:solidFill>
                <a:srgbClr val="315C9C"/>
              </a:solidFill>
              <a:prstDash val="solid"/>
              <a:miter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6" name="矩形 275">
              <a:extLst>
                <a:ext uri="{FF2B5EF4-FFF2-40B4-BE49-F238E27FC236}">
                  <a16:creationId xmlns:a16="http://schemas.microsoft.com/office/drawing/2014/main" id="{16143A76-6D5B-D0F3-6EDE-B9A760EFA4DE}"/>
                </a:ext>
              </a:extLst>
            </p:cNvPr>
            <p:cNvSpPr/>
            <p:nvPr/>
          </p:nvSpPr>
          <p:spPr>
            <a:xfrm>
              <a:off x="4343969" y="2284362"/>
              <a:ext cx="34004" cy="23787"/>
            </a:xfrm>
            <a:prstGeom prst="rect">
              <a:avLst/>
            </a:prstGeom>
            <a:solidFill>
              <a:srgbClr val="9FB9DD"/>
            </a:solidFill>
            <a:ln w="1700" cap="flat">
              <a:solidFill>
                <a:srgbClr val="315C9C"/>
              </a:solidFill>
              <a:prstDash val="solid"/>
              <a:miter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7" name="椭圆 276">
              <a:extLst>
                <a:ext uri="{FF2B5EF4-FFF2-40B4-BE49-F238E27FC236}">
                  <a16:creationId xmlns:a16="http://schemas.microsoft.com/office/drawing/2014/main" id="{EF8004EF-B582-5149-6B57-C176FB703FA1}"/>
                </a:ext>
              </a:extLst>
            </p:cNvPr>
            <p:cNvSpPr/>
            <p:nvPr/>
          </p:nvSpPr>
          <p:spPr>
            <a:xfrm>
              <a:off x="4308264" y="2291159"/>
              <a:ext cx="10201" cy="10194"/>
            </a:xfrm>
            <a:prstGeom prst="ellipse">
              <a:avLst/>
            </a:prstGeom>
            <a:solidFill>
              <a:srgbClr val="1F5FBF"/>
            </a:solidFill>
            <a:ln w="1700" cap="flat">
              <a:noFill/>
              <a:prstDash val="solid"/>
              <a:miter/>
            </a:ln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278" name="文本框 277">
            <a:extLst>
              <a:ext uri="{FF2B5EF4-FFF2-40B4-BE49-F238E27FC236}">
                <a16:creationId xmlns:a16="http://schemas.microsoft.com/office/drawing/2014/main" id="{595EB8EB-E46B-F7E4-3B97-B3CAC64C2522}"/>
              </a:ext>
            </a:extLst>
          </p:cNvPr>
          <p:cNvSpPr txBox="1"/>
          <p:nvPr/>
        </p:nvSpPr>
        <p:spPr>
          <a:xfrm>
            <a:off x="4304507" y="2221612"/>
            <a:ext cx="563084" cy="1510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825" spc="0" baseline="0">
                <a:ln/>
                <a:solidFill>
                  <a:srgbClr val="3F444A"/>
                </a:solidFill>
                <a:latin typeface="Arial"/>
                <a:cs typeface="Arial"/>
                <a:sym typeface="Arial"/>
                <a:rtl val="0"/>
              </a:rPr>
              <a:t>candidate views</a:t>
            </a:r>
          </a:p>
        </p:txBody>
      </p:sp>
      <p:sp>
        <p:nvSpPr>
          <p:cNvPr id="279" name="矩形 278">
            <a:extLst>
              <a:ext uri="{FF2B5EF4-FFF2-40B4-BE49-F238E27FC236}">
                <a16:creationId xmlns:a16="http://schemas.microsoft.com/office/drawing/2014/main" id="{819D9871-FEC8-C8DB-67E8-DD8AB911FC7C}"/>
              </a:ext>
            </a:extLst>
          </p:cNvPr>
          <p:cNvSpPr/>
          <p:nvPr/>
        </p:nvSpPr>
        <p:spPr>
          <a:xfrm>
            <a:off x="5173187" y="48546"/>
            <a:ext cx="3837622" cy="2427332"/>
          </a:xfrm>
          <a:prstGeom prst="rect">
            <a:avLst/>
          </a:prstGeom>
          <a:solidFill>
            <a:srgbClr val="FFFFFF"/>
          </a:solidFill>
          <a:ln w="7772" cap="flat">
            <a:solidFill>
              <a:srgbClr val="1F5FBF"/>
            </a:solidFill>
            <a:prstDash val="solid"/>
            <a:miter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80" name="文本框 279">
            <a:extLst>
              <a:ext uri="{FF2B5EF4-FFF2-40B4-BE49-F238E27FC236}">
                <a16:creationId xmlns:a16="http://schemas.microsoft.com/office/drawing/2014/main" id="{0165BD51-D60A-AD96-5D4E-B6B4F89D28BF}"/>
              </a:ext>
            </a:extLst>
          </p:cNvPr>
          <p:cNvSpPr txBox="1"/>
          <p:nvPr/>
        </p:nvSpPr>
        <p:spPr>
          <a:xfrm>
            <a:off x="5169186" y="32310"/>
            <a:ext cx="333728" cy="32465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3225" b="1" spc="0" baseline="0">
                <a:ln/>
                <a:solidFill>
                  <a:srgbClr val="0D2F6F"/>
                </a:solidFill>
                <a:latin typeface="Arial"/>
                <a:cs typeface="Arial"/>
                <a:sym typeface="Arial"/>
                <a:rtl val="0"/>
              </a:rPr>
              <a:t>B</a:t>
            </a:r>
          </a:p>
        </p:txBody>
      </p:sp>
      <p:sp>
        <p:nvSpPr>
          <p:cNvPr id="281" name="文本框 280">
            <a:extLst>
              <a:ext uri="{FF2B5EF4-FFF2-40B4-BE49-F238E27FC236}">
                <a16:creationId xmlns:a16="http://schemas.microsoft.com/office/drawing/2014/main" id="{6C3A044F-DD08-F24D-22D7-AA76FA42534A}"/>
              </a:ext>
            </a:extLst>
          </p:cNvPr>
          <p:cNvSpPr txBox="1"/>
          <p:nvPr/>
        </p:nvSpPr>
        <p:spPr>
          <a:xfrm>
            <a:off x="5480082" y="77433"/>
            <a:ext cx="2943116" cy="2270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1875" b="1" spc="0" baseline="0">
                <a:ln/>
                <a:solidFill>
                  <a:srgbClr val="0D2F6F"/>
                </a:solidFill>
                <a:latin typeface="Arial"/>
                <a:cs typeface="Arial"/>
                <a:sym typeface="Arial"/>
                <a:rtl val="0"/>
              </a:rPr>
              <a:t>Camera visibility model and dwell accumulation</a:t>
            </a:r>
          </a:p>
        </p:txBody>
      </p:sp>
      <p:grpSp>
        <p:nvGrpSpPr>
          <p:cNvPr id="282" name="图形 159">
            <a:extLst>
              <a:ext uri="{FF2B5EF4-FFF2-40B4-BE49-F238E27FC236}">
                <a16:creationId xmlns:a16="http://schemas.microsoft.com/office/drawing/2014/main" id="{3C647D7E-299C-1335-07C2-5C5F6893F6C1}"/>
              </a:ext>
            </a:extLst>
          </p:cNvPr>
          <p:cNvGrpSpPr/>
          <p:nvPr/>
        </p:nvGrpSpPr>
        <p:grpSpPr>
          <a:xfrm>
            <a:off x="5569093" y="618969"/>
            <a:ext cx="276891" cy="72819"/>
            <a:chOff x="5569093" y="618969"/>
            <a:chExt cx="276891" cy="72819"/>
          </a:xfrm>
        </p:grpSpPr>
        <p:sp>
          <p:nvSpPr>
            <p:cNvPr id="283" name="圆角矩形 282">
              <a:extLst>
                <a:ext uri="{FF2B5EF4-FFF2-40B4-BE49-F238E27FC236}">
                  <a16:creationId xmlns:a16="http://schemas.microsoft.com/office/drawing/2014/main" id="{419B509F-8AF9-10EF-987D-68E42D611F42}"/>
                </a:ext>
              </a:extLst>
            </p:cNvPr>
            <p:cNvSpPr/>
            <p:nvPr/>
          </p:nvSpPr>
          <p:spPr>
            <a:xfrm>
              <a:off x="5660176" y="618969"/>
              <a:ext cx="94726" cy="72819"/>
            </a:xfrm>
            <a:prstGeom prst="roundRect">
              <a:avLst>
                <a:gd name="adj" fmla="val 10006"/>
              </a:avLst>
            </a:prstGeom>
            <a:solidFill>
              <a:srgbClr val="D6DBE2"/>
            </a:solidFill>
            <a:ln w="4372" cap="flat">
              <a:solidFill>
                <a:srgbClr val="444444"/>
              </a:solidFill>
              <a:prstDash val="solid"/>
              <a:miter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84" name="矩形 283">
              <a:extLst>
                <a:ext uri="{FF2B5EF4-FFF2-40B4-BE49-F238E27FC236}">
                  <a16:creationId xmlns:a16="http://schemas.microsoft.com/office/drawing/2014/main" id="{25385557-C8C3-442C-81A6-F143286601C5}"/>
                </a:ext>
              </a:extLst>
            </p:cNvPr>
            <p:cNvSpPr/>
            <p:nvPr/>
          </p:nvSpPr>
          <p:spPr>
            <a:xfrm>
              <a:off x="5569093" y="629892"/>
              <a:ext cx="72866" cy="50973"/>
            </a:xfrm>
            <a:prstGeom prst="rect">
              <a:avLst/>
            </a:prstGeom>
            <a:solidFill>
              <a:srgbClr val="9FB9DD"/>
            </a:solidFill>
            <a:ln w="3644" cap="flat">
              <a:solidFill>
                <a:srgbClr val="315C9C"/>
              </a:solidFill>
              <a:prstDash val="solid"/>
              <a:miter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85" name="矩形 284">
              <a:extLst>
                <a:ext uri="{FF2B5EF4-FFF2-40B4-BE49-F238E27FC236}">
                  <a16:creationId xmlns:a16="http://schemas.microsoft.com/office/drawing/2014/main" id="{A87587B7-FD4F-76DA-9F90-174F98FAAE8A}"/>
                </a:ext>
              </a:extLst>
            </p:cNvPr>
            <p:cNvSpPr/>
            <p:nvPr/>
          </p:nvSpPr>
          <p:spPr>
            <a:xfrm>
              <a:off x="5773119" y="629892"/>
              <a:ext cx="72866" cy="50973"/>
            </a:xfrm>
            <a:prstGeom prst="rect">
              <a:avLst/>
            </a:prstGeom>
            <a:solidFill>
              <a:srgbClr val="9FB9DD"/>
            </a:solidFill>
            <a:ln w="3644" cap="flat">
              <a:solidFill>
                <a:srgbClr val="315C9C"/>
              </a:solidFill>
              <a:prstDash val="solid"/>
              <a:miter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86" name="椭圆 285">
              <a:extLst>
                <a:ext uri="{FF2B5EF4-FFF2-40B4-BE49-F238E27FC236}">
                  <a16:creationId xmlns:a16="http://schemas.microsoft.com/office/drawing/2014/main" id="{5BAB246F-84C6-E01E-2C85-4B71BA950E2B}"/>
                </a:ext>
              </a:extLst>
            </p:cNvPr>
            <p:cNvSpPr/>
            <p:nvPr/>
          </p:nvSpPr>
          <p:spPr>
            <a:xfrm>
              <a:off x="5696609" y="644456"/>
              <a:ext cx="21859" cy="21845"/>
            </a:xfrm>
            <a:prstGeom prst="ellipse">
              <a:avLst/>
            </a:prstGeom>
            <a:solidFill>
              <a:srgbClr val="1F5FBF"/>
            </a:solidFill>
            <a:ln w="3644" cap="flat">
              <a:noFill/>
              <a:prstDash val="solid"/>
              <a:miter/>
            </a:ln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287" name="图形 159">
            <a:extLst>
              <a:ext uri="{FF2B5EF4-FFF2-40B4-BE49-F238E27FC236}">
                <a16:creationId xmlns:a16="http://schemas.microsoft.com/office/drawing/2014/main" id="{91F6B8CB-1EA5-93BD-4470-B6469D301E88}"/>
              </a:ext>
            </a:extLst>
          </p:cNvPr>
          <p:cNvGrpSpPr/>
          <p:nvPr/>
        </p:nvGrpSpPr>
        <p:grpSpPr>
          <a:xfrm>
            <a:off x="5744701" y="373314"/>
            <a:ext cx="825598" cy="714018"/>
            <a:chOff x="5744701" y="373314"/>
            <a:chExt cx="825598" cy="714018"/>
          </a:xfrm>
          <a:solidFill>
            <a:srgbClr val="1F5FBF">
              <a:alpha val="10000"/>
            </a:srgbClr>
          </a:solidFill>
        </p:grpSpPr>
        <p:sp>
          <p:nvSpPr>
            <p:cNvPr id="288" name="任意形状 287">
              <a:extLst>
                <a:ext uri="{FF2B5EF4-FFF2-40B4-BE49-F238E27FC236}">
                  <a16:creationId xmlns:a16="http://schemas.microsoft.com/office/drawing/2014/main" id="{102088EB-D6D4-CCAC-83E8-E89B3BADA173}"/>
                </a:ext>
              </a:extLst>
            </p:cNvPr>
            <p:cNvSpPr/>
            <p:nvPr/>
          </p:nvSpPr>
          <p:spPr>
            <a:xfrm rot="720000">
              <a:off x="5796812" y="441956"/>
              <a:ext cx="721375" cy="576734"/>
            </a:xfrm>
            <a:custGeom>
              <a:avLst/>
              <a:gdLst>
                <a:gd name="csX0" fmla="*/ 958 w 721375"/>
                <a:gd name="csY0" fmla="*/ 288518 h 576734"/>
                <a:gd name="csX1" fmla="*/ 722334 w 721375"/>
                <a:gd name="csY1" fmla="*/ 150 h 576734"/>
                <a:gd name="csX2" fmla="*/ 722334 w 721375"/>
                <a:gd name="csY2" fmla="*/ 576885 h 57673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721375" h="576734">
                  <a:moveTo>
                    <a:pt x="958" y="288518"/>
                  </a:moveTo>
                  <a:lnTo>
                    <a:pt x="722334" y="150"/>
                  </a:lnTo>
                  <a:lnTo>
                    <a:pt x="722334" y="576885"/>
                  </a:lnTo>
                  <a:close/>
                </a:path>
              </a:pathLst>
            </a:custGeom>
            <a:solidFill>
              <a:srgbClr val="1F5FBF">
                <a:alpha val="10000"/>
              </a:srgbClr>
            </a:solidFill>
            <a:ln w="14428" cap="flat">
              <a:solidFill>
                <a:srgbClr val="1F5FBF"/>
              </a:solidFill>
              <a:prstDash val="solid"/>
              <a:miter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89" name="任意形状 288">
              <a:extLst>
                <a:ext uri="{FF2B5EF4-FFF2-40B4-BE49-F238E27FC236}">
                  <a16:creationId xmlns:a16="http://schemas.microsoft.com/office/drawing/2014/main" id="{295F50E3-7D01-CBF8-C4AD-D3FBD9E80631}"/>
                </a:ext>
              </a:extLst>
            </p:cNvPr>
            <p:cNvSpPr/>
            <p:nvPr/>
          </p:nvSpPr>
          <p:spPr>
            <a:xfrm rot="720000">
              <a:off x="5796812" y="730323"/>
              <a:ext cx="721375" cy="4854"/>
            </a:xfrm>
            <a:custGeom>
              <a:avLst/>
              <a:gdLst>
                <a:gd name="csX0" fmla="*/ 958 w 721375"/>
                <a:gd name="csY0" fmla="*/ 150 h 4854"/>
                <a:gd name="csX1" fmla="*/ 722334 w 721375"/>
                <a:gd name="csY1" fmla="*/ 150 h 485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721375" h="4854">
                  <a:moveTo>
                    <a:pt x="958" y="150"/>
                  </a:moveTo>
                  <a:lnTo>
                    <a:pt x="722334" y="150"/>
                  </a:lnTo>
                </a:path>
              </a:pathLst>
            </a:custGeom>
            <a:ln w="9618" cap="flat">
              <a:solidFill>
                <a:srgbClr val="1F5FBF"/>
              </a:solidFill>
              <a:custDash>
                <a:ds d="375000" sp="300000"/>
              </a:custDash>
              <a:miter/>
            </a:ln>
          </p:spPr>
          <p:txBody>
            <a:bodyPr/>
            <a:lstStyle/>
            <a:p>
              <a:endParaRPr lang="zh-CN" altLang="en-US"/>
            </a:p>
          </p:txBody>
        </p:sp>
      </p:grpSp>
      <p:pic>
        <p:nvPicPr>
          <p:cNvPr id="290" name="图片 289">
            <a:extLst>
              <a:ext uri="{FF2B5EF4-FFF2-40B4-BE49-F238E27FC236}">
                <a16:creationId xmlns:a16="http://schemas.microsoft.com/office/drawing/2014/main" id="{0F4FC9B3-6373-4A92-F436-F91C4DE8FF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10318" y="583433"/>
            <a:ext cx="1577799" cy="660988"/>
          </a:xfrm>
          <a:custGeom>
            <a:avLst/>
            <a:gdLst>
              <a:gd name="csX0" fmla="*/ 299 w 1577799"/>
              <a:gd name="csY0" fmla="*/ -240 h 660988"/>
              <a:gd name="csX1" fmla="*/ 1578099 w 1577799"/>
              <a:gd name="csY1" fmla="*/ -240 h 660988"/>
              <a:gd name="csX2" fmla="*/ 1578099 w 1577799"/>
              <a:gd name="csY2" fmla="*/ 660749 h 660988"/>
              <a:gd name="csX3" fmla="*/ 299 w 1577799"/>
              <a:gd name="csY3" fmla="*/ 660749 h 6609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1577799" h="660988">
                <a:moveTo>
                  <a:pt x="299" y="-240"/>
                </a:moveTo>
                <a:lnTo>
                  <a:pt x="1578099" y="-240"/>
                </a:lnTo>
                <a:lnTo>
                  <a:pt x="1578099" y="660749"/>
                </a:lnTo>
                <a:lnTo>
                  <a:pt x="299" y="660749"/>
                </a:lnTo>
                <a:close/>
              </a:path>
            </a:pathLst>
          </a:custGeom>
        </p:spPr>
      </p:pic>
      <p:sp>
        <p:nvSpPr>
          <p:cNvPr id="291" name="任意形状 290">
            <a:extLst>
              <a:ext uri="{FF2B5EF4-FFF2-40B4-BE49-F238E27FC236}">
                <a16:creationId xmlns:a16="http://schemas.microsoft.com/office/drawing/2014/main" id="{622E097D-F285-2375-5CF8-763ADF52D095}"/>
              </a:ext>
            </a:extLst>
          </p:cNvPr>
          <p:cNvSpPr/>
          <p:nvPr/>
        </p:nvSpPr>
        <p:spPr>
          <a:xfrm>
            <a:off x="5950427" y="582559"/>
            <a:ext cx="2185987" cy="4854"/>
          </a:xfrm>
          <a:custGeom>
            <a:avLst/>
            <a:gdLst>
              <a:gd name="csX0" fmla="*/ 0 w 2185987"/>
              <a:gd name="csY0" fmla="*/ 0 h 4854"/>
              <a:gd name="csX1" fmla="*/ 2185988 w 2185987"/>
              <a:gd name="csY1" fmla="*/ 0 h 4854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2185987" h="4854">
                <a:moveTo>
                  <a:pt x="0" y="0"/>
                </a:moveTo>
                <a:lnTo>
                  <a:pt x="2185988" y="0"/>
                </a:lnTo>
              </a:path>
            </a:pathLst>
          </a:custGeom>
          <a:ln w="6801" cap="flat">
            <a:solidFill>
              <a:srgbClr val="111111"/>
            </a:solidFill>
            <a:prstDash val="solid"/>
            <a:miter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92" name="文本框 291">
            <a:extLst>
              <a:ext uri="{FF2B5EF4-FFF2-40B4-BE49-F238E27FC236}">
                <a16:creationId xmlns:a16="http://schemas.microsoft.com/office/drawing/2014/main" id="{30580B9F-8971-E3EC-8AD8-39A6800B3764}"/>
              </a:ext>
            </a:extLst>
          </p:cNvPr>
          <p:cNvSpPr txBox="1"/>
          <p:nvPr/>
        </p:nvSpPr>
        <p:spPr>
          <a:xfrm>
            <a:off x="6478046" y="358340"/>
            <a:ext cx="790705" cy="16259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975" spc="0" baseline="0">
                <a:ln/>
                <a:solidFill>
                  <a:srgbClr val="3F444A"/>
                </a:solidFill>
                <a:latin typeface="Arial"/>
                <a:cs typeface="Arial"/>
                <a:sym typeface="Arial"/>
                <a:rtl val="0"/>
              </a:rPr>
              <a:t>range r </a:t>
            </a:r>
            <a:r>
              <a:rPr lang="zh-CN" altLang="en-US" sz="975" spc="0" baseline="0">
                <a:ln/>
                <a:solidFill>
                  <a:srgbClr val="3F444A"/>
                </a:solidFill>
                <a:latin typeface="Cambria Math"/>
                <a:cs typeface="Arial"/>
                <a:sym typeface="Cambria Math"/>
                <a:rtl val="0"/>
              </a:rPr>
              <a:t>∈</a:t>
            </a:r>
            <a:r>
              <a:rPr lang="zh-CN" altLang="en-US" sz="975" spc="0" baseline="0">
                <a:ln/>
                <a:solidFill>
                  <a:srgbClr val="3F444A"/>
                </a:solidFill>
                <a:latin typeface="Arial"/>
                <a:cs typeface="Arial"/>
                <a:sym typeface="Arial"/>
                <a:rtl val="0"/>
              </a:rPr>
              <a:t> [rmin, rmax]</a:t>
            </a:r>
          </a:p>
        </p:txBody>
      </p:sp>
      <p:sp>
        <p:nvSpPr>
          <p:cNvPr id="293" name="文本框 292">
            <a:extLst>
              <a:ext uri="{FF2B5EF4-FFF2-40B4-BE49-F238E27FC236}">
                <a16:creationId xmlns:a16="http://schemas.microsoft.com/office/drawing/2014/main" id="{392F6E4F-A69C-0DFE-23D4-0262BC6F32BD}"/>
              </a:ext>
            </a:extLst>
          </p:cNvPr>
          <p:cNvSpPr txBox="1"/>
          <p:nvPr/>
        </p:nvSpPr>
        <p:spPr>
          <a:xfrm>
            <a:off x="6247607" y="940900"/>
            <a:ext cx="660519" cy="16194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975" spc="0" baseline="0">
                <a:ln/>
                <a:solidFill>
                  <a:srgbClr val="3F444A"/>
                </a:solidFill>
                <a:latin typeface="Arial"/>
                <a:cs typeface="Arial"/>
                <a:sym typeface="Arial"/>
                <a:rtl val="0"/>
              </a:rPr>
              <a:t>FOV half-angle ϕ</a:t>
            </a:r>
          </a:p>
        </p:txBody>
      </p:sp>
      <p:sp>
        <p:nvSpPr>
          <p:cNvPr id="294" name="任意形状 293">
            <a:extLst>
              <a:ext uri="{FF2B5EF4-FFF2-40B4-BE49-F238E27FC236}">
                <a16:creationId xmlns:a16="http://schemas.microsoft.com/office/drawing/2014/main" id="{ACC3EACE-97EB-A1D7-7BE7-100711299B05}"/>
              </a:ext>
            </a:extLst>
          </p:cNvPr>
          <p:cNvSpPr/>
          <p:nvPr/>
        </p:nvSpPr>
        <p:spPr>
          <a:xfrm>
            <a:off x="5999004" y="655379"/>
            <a:ext cx="233172" cy="169913"/>
          </a:xfrm>
          <a:custGeom>
            <a:avLst/>
            <a:gdLst>
              <a:gd name="csX0" fmla="*/ 0 w 233172"/>
              <a:gd name="csY0" fmla="*/ 0 h 169913"/>
              <a:gd name="csX1" fmla="*/ 233172 w 233172"/>
              <a:gd name="csY1" fmla="*/ 169913 h 169913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233172" h="169913">
                <a:moveTo>
                  <a:pt x="0" y="0"/>
                </a:moveTo>
                <a:cubicBezTo>
                  <a:pt x="104279" y="6212"/>
                  <a:pt x="195370" y="72591"/>
                  <a:pt x="233172" y="169913"/>
                </a:cubicBezTo>
              </a:path>
            </a:pathLst>
          </a:custGeom>
          <a:noFill/>
          <a:ln w="6801" cap="flat">
            <a:solidFill>
              <a:srgbClr val="111111"/>
            </a:solidFill>
            <a:prstDash val="solid"/>
            <a:miter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95" name="文本框 294">
            <a:extLst>
              <a:ext uri="{FF2B5EF4-FFF2-40B4-BE49-F238E27FC236}">
                <a16:creationId xmlns:a16="http://schemas.microsoft.com/office/drawing/2014/main" id="{1491BD70-1630-E42F-9082-74A2878233AC}"/>
              </a:ext>
            </a:extLst>
          </p:cNvPr>
          <p:cNvSpPr txBox="1"/>
          <p:nvPr/>
        </p:nvSpPr>
        <p:spPr>
          <a:xfrm>
            <a:off x="6539072" y="1183634"/>
            <a:ext cx="702331" cy="16194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975" spc="0" baseline="0">
                <a:ln/>
                <a:solidFill>
                  <a:srgbClr val="3F444A"/>
                </a:solidFill>
                <a:latin typeface="Arial"/>
                <a:cs typeface="Arial"/>
                <a:sym typeface="Arial"/>
                <a:rtl val="0"/>
              </a:rPr>
              <a:t>line-of-sight visible</a:t>
            </a:r>
          </a:p>
        </p:txBody>
      </p:sp>
      <p:sp>
        <p:nvSpPr>
          <p:cNvPr id="296" name="任意形状 295">
            <a:extLst>
              <a:ext uri="{FF2B5EF4-FFF2-40B4-BE49-F238E27FC236}">
                <a16:creationId xmlns:a16="http://schemas.microsoft.com/office/drawing/2014/main" id="{324D93CF-06C5-3D9C-5123-C61A92226E50}"/>
              </a:ext>
            </a:extLst>
          </p:cNvPr>
          <p:cNvSpPr/>
          <p:nvPr/>
        </p:nvSpPr>
        <p:spPr>
          <a:xfrm>
            <a:off x="7189153" y="752473"/>
            <a:ext cx="218598" cy="339826"/>
          </a:xfrm>
          <a:custGeom>
            <a:avLst/>
            <a:gdLst>
              <a:gd name="csX0" fmla="*/ 0 w 218598"/>
              <a:gd name="csY0" fmla="*/ 339827 h 339826"/>
              <a:gd name="csX1" fmla="*/ 218599 w 218598"/>
              <a:gd name="csY1" fmla="*/ 0 h 339826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218598" h="339826">
                <a:moveTo>
                  <a:pt x="0" y="339827"/>
                </a:moveTo>
                <a:lnTo>
                  <a:pt x="218599" y="0"/>
                </a:lnTo>
              </a:path>
            </a:pathLst>
          </a:custGeom>
          <a:ln w="8744" cap="flat">
            <a:solidFill>
              <a:srgbClr val="111111"/>
            </a:solidFill>
            <a:prstDash val="solid"/>
            <a:miter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97" name="文本框 296">
            <a:extLst>
              <a:ext uri="{FF2B5EF4-FFF2-40B4-BE49-F238E27FC236}">
                <a16:creationId xmlns:a16="http://schemas.microsoft.com/office/drawing/2014/main" id="{44796E69-BE07-9C52-C124-4FDB4D419C4E}"/>
              </a:ext>
            </a:extLst>
          </p:cNvPr>
          <p:cNvSpPr txBox="1"/>
          <p:nvPr/>
        </p:nvSpPr>
        <p:spPr>
          <a:xfrm>
            <a:off x="7355174" y="607768"/>
            <a:ext cx="228808" cy="18364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1275" spc="0" baseline="0">
                <a:ln/>
                <a:solidFill>
                  <a:srgbClr val="111111"/>
                </a:solidFill>
                <a:latin typeface="Arial"/>
                <a:cs typeface="Arial"/>
                <a:sym typeface="Arial"/>
                <a:rtl val="0"/>
              </a:rPr>
              <a:t>n</a:t>
            </a:r>
          </a:p>
        </p:txBody>
      </p:sp>
      <p:sp>
        <p:nvSpPr>
          <p:cNvPr id="298" name="椭圆 297">
            <a:extLst>
              <a:ext uri="{FF2B5EF4-FFF2-40B4-BE49-F238E27FC236}">
                <a16:creationId xmlns:a16="http://schemas.microsoft.com/office/drawing/2014/main" id="{88C2D385-BAB4-AB8B-2422-6F6B55E76EF6}"/>
              </a:ext>
            </a:extLst>
          </p:cNvPr>
          <p:cNvSpPr/>
          <p:nvPr/>
        </p:nvSpPr>
        <p:spPr>
          <a:xfrm>
            <a:off x="7252304" y="1058317"/>
            <a:ext cx="68008" cy="67965"/>
          </a:xfrm>
          <a:prstGeom prst="ellipse">
            <a:avLst/>
          </a:prstGeom>
          <a:solidFill>
            <a:srgbClr val="43A047"/>
          </a:solidFill>
          <a:ln w="4858" cap="flat">
            <a:solidFill>
              <a:srgbClr val="444444"/>
            </a:solidFill>
            <a:prstDash val="solid"/>
            <a:miter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99" name="椭圆 298">
            <a:extLst>
              <a:ext uri="{FF2B5EF4-FFF2-40B4-BE49-F238E27FC236}">
                <a16:creationId xmlns:a16="http://schemas.microsoft.com/office/drawing/2014/main" id="{0C679060-29B7-D8DE-A59A-7614D2C2CB5A}"/>
              </a:ext>
            </a:extLst>
          </p:cNvPr>
          <p:cNvSpPr/>
          <p:nvPr/>
        </p:nvSpPr>
        <p:spPr>
          <a:xfrm>
            <a:off x="7747794" y="1087445"/>
            <a:ext cx="58293" cy="58255"/>
          </a:xfrm>
          <a:prstGeom prst="ellipse">
            <a:avLst/>
          </a:prstGeom>
          <a:solidFill>
            <a:srgbClr val="D32F2F"/>
          </a:solidFill>
          <a:ln w="4858" cap="flat">
            <a:noFill/>
            <a:prstDash val="solid"/>
            <a:miter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00" name="任意形状 299">
            <a:extLst>
              <a:ext uri="{FF2B5EF4-FFF2-40B4-BE49-F238E27FC236}">
                <a16:creationId xmlns:a16="http://schemas.microsoft.com/office/drawing/2014/main" id="{7A4297F0-87F1-9070-152E-E0A4D24A9A1A}"/>
              </a:ext>
            </a:extLst>
          </p:cNvPr>
          <p:cNvSpPr/>
          <p:nvPr/>
        </p:nvSpPr>
        <p:spPr>
          <a:xfrm>
            <a:off x="5804694" y="655379"/>
            <a:ext cx="1972246" cy="461193"/>
          </a:xfrm>
          <a:custGeom>
            <a:avLst/>
            <a:gdLst>
              <a:gd name="csX0" fmla="*/ 0 w 1972246"/>
              <a:gd name="csY0" fmla="*/ 0 h 461193"/>
              <a:gd name="csX1" fmla="*/ 1972247 w 1972246"/>
              <a:gd name="csY1" fmla="*/ 461193 h 461193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1972246" h="461193">
                <a:moveTo>
                  <a:pt x="0" y="0"/>
                </a:moveTo>
                <a:cubicBezTo>
                  <a:pt x="582930" y="194187"/>
                  <a:pt x="1263015" y="267007"/>
                  <a:pt x="1972247" y="461193"/>
                </a:cubicBezTo>
              </a:path>
            </a:pathLst>
          </a:custGeom>
          <a:noFill/>
          <a:ln w="7772" cap="flat">
            <a:solidFill>
              <a:srgbClr val="D32F2F"/>
            </a:solidFill>
            <a:custDash>
              <a:ds d="600000" sp="450000"/>
            </a:custDash>
            <a:miter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01" name="文本框 300">
            <a:extLst>
              <a:ext uri="{FF2B5EF4-FFF2-40B4-BE49-F238E27FC236}">
                <a16:creationId xmlns:a16="http://schemas.microsoft.com/office/drawing/2014/main" id="{312E0A58-0F0E-B9BF-F643-EC49A096F023}"/>
              </a:ext>
            </a:extLst>
          </p:cNvPr>
          <p:cNvSpPr txBox="1"/>
          <p:nvPr/>
        </p:nvSpPr>
        <p:spPr>
          <a:xfrm>
            <a:off x="7753509" y="1169070"/>
            <a:ext cx="705970" cy="16194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975" spc="0" baseline="0">
                <a:ln/>
                <a:solidFill>
                  <a:srgbClr val="3F444A"/>
                </a:solidFill>
                <a:latin typeface="Arial"/>
                <a:cs typeface="Arial"/>
                <a:sym typeface="Arial"/>
                <a:rtl val="0"/>
              </a:rPr>
              <a:t>occluded / blocked</a:t>
            </a:r>
          </a:p>
        </p:txBody>
      </p:sp>
      <p:sp>
        <p:nvSpPr>
          <p:cNvPr id="302" name="文本框 301">
            <a:extLst>
              <a:ext uri="{FF2B5EF4-FFF2-40B4-BE49-F238E27FC236}">
                <a16:creationId xmlns:a16="http://schemas.microsoft.com/office/drawing/2014/main" id="{D8A29623-66D0-43D5-2D3A-0D01F98649A4}"/>
              </a:ext>
            </a:extLst>
          </p:cNvPr>
          <p:cNvSpPr txBox="1"/>
          <p:nvPr/>
        </p:nvSpPr>
        <p:spPr>
          <a:xfrm>
            <a:off x="7000558" y="1280727"/>
            <a:ext cx="674425" cy="16194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975" spc="0" baseline="0">
                <a:ln/>
                <a:solidFill>
                  <a:srgbClr val="3F444A"/>
                </a:solidFill>
                <a:latin typeface="Arial"/>
                <a:cs typeface="Arial"/>
                <a:sym typeface="Arial"/>
                <a:rtl val="0"/>
              </a:rPr>
              <a:t>incidence angle θ</a:t>
            </a:r>
          </a:p>
        </p:txBody>
      </p:sp>
      <p:sp>
        <p:nvSpPr>
          <p:cNvPr id="303" name="文本框 302">
            <a:extLst>
              <a:ext uri="{FF2B5EF4-FFF2-40B4-BE49-F238E27FC236}">
                <a16:creationId xmlns:a16="http://schemas.microsoft.com/office/drawing/2014/main" id="{A4C3BC59-17A3-A90C-3A54-63AFD35A19ED}"/>
              </a:ext>
            </a:extLst>
          </p:cNvPr>
          <p:cNvSpPr txBox="1"/>
          <p:nvPr/>
        </p:nvSpPr>
        <p:spPr>
          <a:xfrm>
            <a:off x="5227479" y="1848723"/>
            <a:ext cx="969088" cy="16194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975" spc="0" baseline="0">
                <a:ln/>
                <a:solidFill>
                  <a:srgbClr val="3F444A"/>
                </a:solidFill>
                <a:latin typeface="Arial"/>
                <a:cs typeface="Arial"/>
                <a:sym typeface="Arial"/>
                <a:rtl val="0"/>
              </a:rPr>
              <a:t>Repeated visibility over time</a:t>
            </a:r>
          </a:p>
        </p:txBody>
      </p:sp>
      <p:sp>
        <p:nvSpPr>
          <p:cNvPr id="304" name="矩形 303">
            <a:extLst>
              <a:ext uri="{FF2B5EF4-FFF2-40B4-BE49-F238E27FC236}">
                <a16:creationId xmlns:a16="http://schemas.microsoft.com/office/drawing/2014/main" id="{C910C249-9580-CD4D-A567-8731E6944875}"/>
              </a:ext>
            </a:extLst>
          </p:cNvPr>
          <p:cNvSpPr/>
          <p:nvPr/>
        </p:nvSpPr>
        <p:spPr>
          <a:xfrm>
            <a:off x="5877560" y="1747679"/>
            <a:ext cx="534352" cy="398082"/>
          </a:xfrm>
          <a:prstGeom prst="rect">
            <a:avLst/>
          </a:prstGeom>
          <a:solidFill>
            <a:srgbClr val="FFFFFF"/>
          </a:solidFill>
          <a:ln w="6315" cap="flat">
            <a:solidFill>
              <a:srgbClr val="9AA3AD"/>
            </a:solidFill>
            <a:prstDash val="solid"/>
            <a:miter/>
          </a:ln>
        </p:spPr>
        <p:txBody>
          <a:bodyPr/>
          <a:lstStyle/>
          <a:p>
            <a:endParaRPr lang="zh-CN" altLang="en-US"/>
          </a:p>
        </p:txBody>
      </p:sp>
      <p:grpSp>
        <p:nvGrpSpPr>
          <p:cNvPr id="305" name="图形 159">
            <a:extLst>
              <a:ext uri="{FF2B5EF4-FFF2-40B4-BE49-F238E27FC236}">
                <a16:creationId xmlns:a16="http://schemas.microsoft.com/office/drawing/2014/main" id="{A069AC5D-F2C4-0A7D-0799-13E80241E4FA}"/>
              </a:ext>
            </a:extLst>
          </p:cNvPr>
          <p:cNvGrpSpPr/>
          <p:nvPr/>
        </p:nvGrpSpPr>
        <p:grpSpPr>
          <a:xfrm>
            <a:off x="5939934" y="1926331"/>
            <a:ext cx="118140" cy="31069"/>
            <a:chOff x="5939934" y="1926331"/>
            <a:chExt cx="118140" cy="31069"/>
          </a:xfrm>
        </p:grpSpPr>
        <p:sp>
          <p:nvSpPr>
            <p:cNvPr id="306" name="圆角矩形 305">
              <a:extLst>
                <a:ext uri="{FF2B5EF4-FFF2-40B4-BE49-F238E27FC236}">
                  <a16:creationId xmlns:a16="http://schemas.microsoft.com/office/drawing/2014/main" id="{E25FDCF6-EF5D-8CEA-FE02-089472C1B1AD}"/>
                </a:ext>
              </a:extLst>
            </p:cNvPr>
            <p:cNvSpPr/>
            <p:nvPr/>
          </p:nvSpPr>
          <p:spPr>
            <a:xfrm>
              <a:off x="5978796" y="1926331"/>
              <a:ext cx="40416" cy="31069"/>
            </a:xfrm>
            <a:prstGeom prst="roundRect">
              <a:avLst>
                <a:gd name="adj" fmla="val 10006"/>
              </a:avLst>
            </a:prstGeom>
            <a:solidFill>
              <a:srgbClr val="D6DBE2"/>
            </a:solidFill>
            <a:ln w="1865" cap="flat">
              <a:solidFill>
                <a:srgbClr val="444444"/>
              </a:solidFill>
              <a:prstDash val="solid"/>
              <a:miter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7" name="矩形 306">
              <a:extLst>
                <a:ext uri="{FF2B5EF4-FFF2-40B4-BE49-F238E27FC236}">
                  <a16:creationId xmlns:a16="http://schemas.microsoft.com/office/drawing/2014/main" id="{8C9C499C-1B4A-11DB-D0FA-DD8697741694}"/>
                </a:ext>
              </a:extLst>
            </p:cNvPr>
            <p:cNvSpPr/>
            <p:nvPr/>
          </p:nvSpPr>
          <p:spPr>
            <a:xfrm>
              <a:off x="5939934" y="1930991"/>
              <a:ext cx="31089" cy="21748"/>
            </a:xfrm>
            <a:prstGeom prst="rect">
              <a:avLst/>
            </a:prstGeom>
            <a:solidFill>
              <a:srgbClr val="9FB9DD"/>
            </a:solidFill>
            <a:ln w="1555" cap="flat">
              <a:solidFill>
                <a:srgbClr val="315C9C"/>
              </a:solidFill>
              <a:prstDash val="solid"/>
              <a:miter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8" name="矩形 307">
              <a:extLst>
                <a:ext uri="{FF2B5EF4-FFF2-40B4-BE49-F238E27FC236}">
                  <a16:creationId xmlns:a16="http://schemas.microsoft.com/office/drawing/2014/main" id="{230BD54B-01A0-2052-7B6E-4140DCD01E86}"/>
                </a:ext>
              </a:extLst>
            </p:cNvPr>
            <p:cNvSpPr/>
            <p:nvPr/>
          </p:nvSpPr>
          <p:spPr>
            <a:xfrm>
              <a:off x="6026985" y="1930991"/>
              <a:ext cx="31089" cy="21748"/>
            </a:xfrm>
            <a:prstGeom prst="rect">
              <a:avLst/>
            </a:prstGeom>
            <a:solidFill>
              <a:srgbClr val="9FB9DD"/>
            </a:solidFill>
            <a:ln w="1555" cap="flat">
              <a:solidFill>
                <a:srgbClr val="315C9C"/>
              </a:solidFill>
              <a:prstDash val="solid"/>
              <a:miter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9" name="椭圆 308">
              <a:extLst>
                <a:ext uri="{FF2B5EF4-FFF2-40B4-BE49-F238E27FC236}">
                  <a16:creationId xmlns:a16="http://schemas.microsoft.com/office/drawing/2014/main" id="{A1DAB6CC-2BDE-0E48-9F5F-B1877CF1C267}"/>
                </a:ext>
              </a:extLst>
            </p:cNvPr>
            <p:cNvSpPr/>
            <p:nvPr/>
          </p:nvSpPr>
          <p:spPr>
            <a:xfrm>
              <a:off x="5994341" y="1937205"/>
              <a:ext cx="9326" cy="9320"/>
            </a:xfrm>
            <a:prstGeom prst="ellipse">
              <a:avLst/>
            </a:prstGeom>
            <a:solidFill>
              <a:srgbClr val="1F5FBF"/>
            </a:solidFill>
            <a:ln w="1555" cap="flat">
              <a:noFill/>
              <a:prstDash val="solid"/>
              <a:miter/>
            </a:ln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310" name="图形 159">
            <a:extLst>
              <a:ext uri="{FF2B5EF4-FFF2-40B4-BE49-F238E27FC236}">
                <a16:creationId xmlns:a16="http://schemas.microsoft.com/office/drawing/2014/main" id="{8A83A5DE-EDD3-F602-7A1C-6DD567956592}"/>
              </a:ext>
            </a:extLst>
          </p:cNvPr>
          <p:cNvGrpSpPr/>
          <p:nvPr/>
        </p:nvGrpSpPr>
        <p:grpSpPr>
          <a:xfrm>
            <a:off x="6044641" y="1851871"/>
            <a:ext cx="250442" cy="211609"/>
            <a:chOff x="6044641" y="1851871"/>
            <a:chExt cx="250442" cy="211609"/>
          </a:xfrm>
          <a:solidFill>
            <a:srgbClr val="1F5FBF">
              <a:alpha val="10000"/>
            </a:srgbClr>
          </a:solidFill>
        </p:grpSpPr>
        <p:sp>
          <p:nvSpPr>
            <p:cNvPr id="311" name="任意形状 310">
              <a:extLst>
                <a:ext uri="{FF2B5EF4-FFF2-40B4-BE49-F238E27FC236}">
                  <a16:creationId xmlns:a16="http://schemas.microsoft.com/office/drawing/2014/main" id="{FF31B8D5-1EB4-A7A4-1DA0-871D2201166B}"/>
                </a:ext>
              </a:extLst>
            </p:cNvPr>
            <p:cNvSpPr/>
            <p:nvPr/>
          </p:nvSpPr>
          <p:spPr>
            <a:xfrm rot="480000">
              <a:off x="6056191" y="1866796"/>
              <a:ext cx="227342" cy="181758"/>
            </a:xfrm>
            <a:custGeom>
              <a:avLst/>
              <a:gdLst>
                <a:gd name="csX0" fmla="*/ 960 w 227342"/>
                <a:gd name="csY0" fmla="*/ 91283 h 181758"/>
                <a:gd name="csX1" fmla="*/ 228303 w 227342"/>
                <a:gd name="csY1" fmla="*/ 403 h 181758"/>
                <a:gd name="csX2" fmla="*/ 228303 w 227342"/>
                <a:gd name="csY2" fmla="*/ 182162 h 18175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227342" h="181758">
                  <a:moveTo>
                    <a:pt x="960" y="91283"/>
                  </a:moveTo>
                  <a:lnTo>
                    <a:pt x="228303" y="403"/>
                  </a:lnTo>
                  <a:lnTo>
                    <a:pt x="228303" y="182162"/>
                  </a:lnTo>
                  <a:close/>
                </a:path>
              </a:pathLst>
            </a:custGeom>
            <a:solidFill>
              <a:srgbClr val="1F5FBF">
                <a:alpha val="10000"/>
              </a:srgbClr>
            </a:solidFill>
            <a:ln w="4547" cap="flat">
              <a:solidFill>
                <a:srgbClr val="1F5FBF"/>
              </a:solidFill>
              <a:custDash>
                <a:ds d="450000" sp="300000"/>
              </a:custDash>
              <a:miter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12" name="任意形状 311">
              <a:extLst>
                <a:ext uri="{FF2B5EF4-FFF2-40B4-BE49-F238E27FC236}">
                  <a16:creationId xmlns:a16="http://schemas.microsoft.com/office/drawing/2014/main" id="{3A56B51D-BD95-0316-DFB2-D1F055269327}"/>
                </a:ext>
              </a:extLst>
            </p:cNvPr>
            <p:cNvSpPr/>
            <p:nvPr/>
          </p:nvSpPr>
          <p:spPr>
            <a:xfrm rot="480000">
              <a:off x="6056191" y="1957676"/>
              <a:ext cx="227342" cy="4854"/>
            </a:xfrm>
            <a:custGeom>
              <a:avLst/>
              <a:gdLst>
                <a:gd name="csX0" fmla="*/ 960 w 227342"/>
                <a:gd name="csY0" fmla="*/ 403 h 4854"/>
                <a:gd name="csX1" fmla="*/ 228303 w 227342"/>
                <a:gd name="csY1" fmla="*/ 403 h 485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227342" h="4854">
                  <a:moveTo>
                    <a:pt x="960" y="403"/>
                  </a:moveTo>
                  <a:lnTo>
                    <a:pt x="228303" y="403"/>
                  </a:lnTo>
                </a:path>
              </a:pathLst>
            </a:custGeom>
            <a:ln w="3031" cap="flat">
              <a:solidFill>
                <a:srgbClr val="1F5FBF"/>
              </a:solidFill>
              <a:custDash>
                <a:ds d="375000" sp="300000"/>
              </a:custDash>
              <a:miter/>
            </a:ln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313" name="椭圆 312">
            <a:extLst>
              <a:ext uri="{FF2B5EF4-FFF2-40B4-BE49-F238E27FC236}">
                <a16:creationId xmlns:a16="http://schemas.microsoft.com/office/drawing/2014/main" id="{3D6C79F5-7B0D-A731-4056-295434FBBCE6}"/>
              </a:ext>
            </a:extLst>
          </p:cNvPr>
          <p:cNvSpPr/>
          <p:nvPr/>
        </p:nvSpPr>
        <p:spPr>
          <a:xfrm>
            <a:off x="6275896" y="1912738"/>
            <a:ext cx="58293" cy="58255"/>
          </a:xfrm>
          <a:prstGeom prst="ellipse">
            <a:avLst/>
          </a:prstGeom>
          <a:solidFill>
            <a:srgbClr val="43A047"/>
          </a:solidFill>
          <a:ln w="4858" cap="flat">
            <a:solidFill>
              <a:srgbClr val="444444"/>
            </a:solidFill>
            <a:prstDash val="solid"/>
            <a:miter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14" name="文本框 313">
            <a:extLst>
              <a:ext uri="{FF2B5EF4-FFF2-40B4-BE49-F238E27FC236}">
                <a16:creationId xmlns:a16="http://schemas.microsoft.com/office/drawing/2014/main" id="{1E5144A7-7699-2B14-AB3B-C374CF14D8C1}"/>
              </a:ext>
            </a:extLst>
          </p:cNvPr>
          <p:cNvSpPr txBox="1"/>
          <p:nvPr/>
        </p:nvSpPr>
        <p:spPr>
          <a:xfrm>
            <a:off x="6150452" y="1751629"/>
            <a:ext cx="226141" cy="16259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975" spc="0" baseline="0">
                <a:ln/>
                <a:solidFill>
                  <a:srgbClr val="3F444A"/>
                </a:solidFill>
                <a:latin typeface="Arial"/>
                <a:cs typeface="Arial"/>
                <a:sym typeface="Arial"/>
                <a:rtl val="0"/>
              </a:rPr>
              <a:t>t</a:t>
            </a:r>
            <a:r>
              <a:rPr lang="zh-CN" altLang="en-US" sz="975" spc="0" baseline="0">
                <a:ln/>
                <a:solidFill>
                  <a:srgbClr val="3F444A"/>
                </a:solidFill>
                <a:latin typeface="Cambria Math"/>
                <a:cs typeface="Arial"/>
                <a:sym typeface="Cambria Math"/>
                <a:rtl val="0"/>
              </a:rPr>
              <a:t>₁</a:t>
            </a:r>
          </a:p>
        </p:txBody>
      </p:sp>
      <p:sp>
        <p:nvSpPr>
          <p:cNvPr id="315" name="矩形 314">
            <a:extLst>
              <a:ext uri="{FF2B5EF4-FFF2-40B4-BE49-F238E27FC236}">
                <a16:creationId xmlns:a16="http://schemas.microsoft.com/office/drawing/2014/main" id="{7D147992-D1DD-BFDD-1804-DE63FE14ED60}"/>
              </a:ext>
            </a:extLst>
          </p:cNvPr>
          <p:cNvSpPr/>
          <p:nvPr/>
        </p:nvSpPr>
        <p:spPr>
          <a:xfrm>
            <a:off x="6533357" y="1747679"/>
            <a:ext cx="534352" cy="398082"/>
          </a:xfrm>
          <a:prstGeom prst="rect">
            <a:avLst/>
          </a:prstGeom>
          <a:solidFill>
            <a:srgbClr val="FFFFFF"/>
          </a:solidFill>
          <a:ln w="6315" cap="flat">
            <a:solidFill>
              <a:srgbClr val="9AA3AD"/>
            </a:solidFill>
            <a:prstDash val="solid"/>
            <a:miter/>
          </a:ln>
        </p:spPr>
        <p:txBody>
          <a:bodyPr/>
          <a:lstStyle/>
          <a:p>
            <a:endParaRPr lang="zh-CN" altLang="en-US"/>
          </a:p>
        </p:txBody>
      </p:sp>
      <p:grpSp>
        <p:nvGrpSpPr>
          <p:cNvPr id="316" name="图形 159">
            <a:extLst>
              <a:ext uri="{FF2B5EF4-FFF2-40B4-BE49-F238E27FC236}">
                <a16:creationId xmlns:a16="http://schemas.microsoft.com/office/drawing/2014/main" id="{243976B2-CD47-3B9C-C99F-A2BDE4331D27}"/>
              </a:ext>
            </a:extLst>
          </p:cNvPr>
          <p:cNvGrpSpPr/>
          <p:nvPr/>
        </p:nvGrpSpPr>
        <p:grpSpPr>
          <a:xfrm>
            <a:off x="6595730" y="1926331"/>
            <a:ext cx="118140" cy="31069"/>
            <a:chOff x="6595730" y="1926331"/>
            <a:chExt cx="118140" cy="31069"/>
          </a:xfrm>
        </p:grpSpPr>
        <p:sp>
          <p:nvSpPr>
            <p:cNvPr id="317" name="圆角矩形 316">
              <a:extLst>
                <a:ext uri="{FF2B5EF4-FFF2-40B4-BE49-F238E27FC236}">
                  <a16:creationId xmlns:a16="http://schemas.microsoft.com/office/drawing/2014/main" id="{6F2730A9-5654-F91B-6FAE-18DEA89EF295}"/>
                </a:ext>
              </a:extLst>
            </p:cNvPr>
            <p:cNvSpPr/>
            <p:nvPr/>
          </p:nvSpPr>
          <p:spPr>
            <a:xfrm>
              <a:off x="6634592" y="1926331"/>
              <a:ext cx="40416" cy="31069"/>
            </a:xfrm>
            <a:prstGeom prst="roundRect">
              <a:avLst>
                <a:gd name="adj" fmla="val 10006"/>
              </a:avLst>
            </a:prstGeom>
            <a:solidFill>
              <a:srgbClr val="D6DBE2"/>
            </a:solidFill>
            <a:ln w="1865" cap="flat">
              <a:solidFill>
                <a:srgbClr val="444444"/>
              </a:solidFill>
              <a:prstDash val="solid"/>
              <a:miter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18" name="矩形 317">
              <a:extLst>
                <a:ext uri="{FF2B5EF4-FFF2-40B4-BE49-F238E27FC236}">
                  <a16:creationId xmlns:a16="http://schemas.microsoft.com/office/drawing/2014/main" id="{DA7288BA-2E3D-9E1A-2F86-C52CB59B4F2A}"/>
                </a:ext>
              </a:extLst>
            </p:cNvPr>
            <p:cNvSpPr/>
            <p:nvPr/>
          </p:nvSpPr>
          <p:spPr>
            <a:xfrm>
              <a:off x="6595730" y="1930991"/>
              <a:ext cx="31089" cy="21748"/>
            </a:xfrm>
            <a:prstGeom prst="rect">
              <a:avLst/>
            </a:prstGeom>
            <a:solidFill>
              <a:srgbClr val="9FB9DD"/>
            </a:solidFill>
            <a:ln w="1555" cap="flat">
              <a:solidFill>
                <a:srgbClr val="315C9C"/>
              </a:solidFill>
              <a:prstDash val="solid"/>
              <a:miter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19" name="矩形 318">
              <a:extLst>
                <a:ext uri="{FF2B5EF4-FFF2-40B4-BE49-F238E27FC236}">
                  <a16:creationId xmlns:a16="http://schemas.microsoft.com/office/drawing/2014/main" id="{3019B52D-CFA2-68FE-655D-F3B27B1F067F}"/>
                </a:ext>
              </a:extLst>
            </p:cNvPr>
            <p:cNvSpPr/>
            <p:nvPr/>
          </p:nvSpPr>
          <p:spPr>
            <a:xfrm>
              <a:off x="6682781" y="1930991"/>
              <a:ext cx="31089" cy="21748"/>
            </a:xfrm>
            <a:prstGeom prst="rect">
              <a:avLst/>
            </a:prstGeom>
            <a:solidFill>
              <a:srgbClr val="9FB9DD"/>
            </a:solidFill>
            <a:ln w="1555" cap="flat">
              <a:solidFill>
                <a:srgbClr val="315C9C"/>
              </a:solidFill>
              <a:prstDash val="solid"/>
              <a:miter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0" name="椭圆 319">
              <a:extLst>
                <a:ext uri="{FF2B5EF4-FFF2-40B4-BE49-F238E27FC236}">
                  <a16:creationId xmlns:a16="http://schemas.microsoft.com/office/drawing/2014/main" id="{230B97AD-B902-CAA0-C989-0F0F1C0E5E83}"/>
                </a:ext>
              </a:extLst>
            </p:cNvPr>
            <p:cNvSpPr/>
            <p:nvPr/>
          </p:nvSpPr>
          <p:spPr>
            <a:xfrm>
              <a:off x="6650137" y="1937205"/>
              <a:ext cx="9326" cy="9320"/>
            </a:xfrm>
            <a:prstGeom prst="ellipse">
              <a:avLst/>
            </a:prstGeom>
            <a:solidFill>
              <a:srgbClr val="1F5FBF"/>
            </a:solidFill>
            <a:ln w="1555" cap="flat">
              <a:noFill/>
              <a:prstDash val="solid"/>
              <a:miter/>
            </a:ln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321" name="图形 159">
            <a:extLst>
              <a:ext uri="{FF2B5EF4-FFF2-40B4-BE49-F238E27FC236}">
                <a16:creationId xmlns:a16="http://schemas.microsoft.com/office/drawing/2014/main" id="{5361429F-A838-750C-36F3-B36B6F90BB4C}"/>
              </a:ext>
            </a:extLst>
          </p:cNvPr>
          <p:cNvGrpSpPr/>
          <p:nvPr/>
        </p:nvGrpSpPr>
        <p:grpSpPr>
          <a:xfrm>
            <a:off x="6700437" y="1851871"/>
            <a:ext cx="250442" cy="211609"/>
            <a:chOff x="6700437" y="1851871"/>
            <a:chExt cx="250442" cy="211609"/>
          </a:xfrm>
          <a:solidFill>
            <a:srgbClr val="1F5FBF">
              <a:alpha val="10000"/>
            </a:srgbClr>
          </a:solidFill>
        </p:grpSpPr>
        <p:sp>
          <p:nvSpPr>
            <p:cNvPr id="322" name="任意形状 321">
              <a:extLst>
                <a:ext uri="{FF2B5EF4-FFF2-40B4-BE49-F238E27FC236}">
                  <a16:creationId xmlns:a16="http://schemas.microsoft.com/office/drawing/2014/main" id="{2BC04609-22EF-73CA-C3F5-CC31E6A7DB16}"/>
                </a:ext>
              </a:extLst>
            </p:cNvPr>
            <p:cNvSpPr/>
            <p:nvPr/>
          </p:nvSpPr>
          <p:spPr>
            <a:xfrm rot="480000">
              <a:off x="6711987" y="1866796"/>
              <a:ext cx="227342" cy="181758"/>
            </a:xfrm>
            <a:custGeom>
              <a:avLst/>
              <a:gdLst>
                <a:gd name="csX0" fmla="*/ 1095 w 227342"/>
                <a:gd name="csY0" fmla="*/ 91283 h 181758"/>
                <a:gd name="csX1" fmla="*/ 228438 w 227342"/>
                <a:gd name="csY1" fmla="*/ 403 h 181758"/>
                <a:gd name="csX2" fmla="*/ 228438 w 227342"/>
                <a:gd name="csY2" fmla="*/ 182162 h 18175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227342" h="181758">
                  <a:moveTo>
                    <a:pt x="1095" y="91283"/>
                  </a:moveTo>
                  <a:lnTo>
                    <a:pt x="228438" y="403"/>
                  </a:lnTo>
                  <a:lnTo>
                    <a:pt x="228438" y="182162"/>
                  </a:lnTo>
                  <a:close/>
                </a:path>
              </a:pathLst>
            </a:custGeom>
            <a:solidFill>
              <a:srgbClr val="1F5FBF">
                <a:alpha val="10000"/>
              </a:srgbClr>
            </a:solidFill>
            <a:ln w="4547" cap="flat">
              <a:solidFill>
                <a:srgbClr val="1F5FBF"/>
              </a:solidFill>
              <a:custDash>
                <a:ds d="450000" sp="300000"/>
              </a:custDash>
              <a:miter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3" name="任意形状 322">
              <a:extLst>
                <a:ext uri="{FF2B5EF4-FFF2-40B4-BE49-F238E27FC236}">
                  <a16:creationId xmlns:a16="http://schemas.microsoft.com/office/drawing/2014/main" id="{EF230442-7FC0-3F5D-09D0-75D20AEEDF4E}"/>
                </a:ext>
              </a:extLst>
            </p:cNvPr>
            <p:cNvSpPr/>
            <p:nvPr/>
          </p:nvSpPr>
          <p:spPr>
            <a:xfrm rot="480000">
              <a:off x="6711987" y="1957676"/>
              <a:ext cx="227342" cy="4854"/>
            </a:xfrm>
            <a:custGeom>
              <a:avLst/>
              <a:gdLst>
                <a:gd name="csX0" fmla="*/ 1095 w 227342"/>
                <a:gd name="csY0" fmla="*/ 403 h 4854"/>
                <a:gd name="csX1" fmla="*/ 228438 w 227342"/>
                <a:gd name="csY1" fmla="*/ 403 h 485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227342" h="4854">
                  <a:moveTo>
                    <a:pt x="1095" y="403"/>
                  </a:moveTo>
                  <a:lnTo>
                    <a:pt x="228438" y="403"/>
                  </a:lnTo>
                </a:path>
              </a:pathLst>
            </a:custGeom>
            <a:ln w="3031" cap="flat">
              <a:solidFill>
                <a:srgbClr val="1F5FBF"/>
              </a:solidFill>
              <a:custDash>
                <a:ds d="375000" sp="300000"/>
              </a:custDash>
              <a:miter/>
            </a:ln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324" name="椭圆 323">
            <a:extLst>
              <a:ext uri="{FF2B5EF4-FFF2-40B4-BE49-F238E27FC236}">
                <a16:creationId xmlns:a16="http://schemas.microsoft.com/office/drawing/2014/main" id="{AE5DB76E-732F-CDE1-C481-F98A69FB8E60}"/>
              </a:ext>
            </a:extLst>
          </p:cNvPr>
          <p:cNvSpPr/>
          <p:nvPr/>
        </p:nvSpPr>
        <p:spPr>
          <a:xfrm>
            <a:off x="6931692" y="1912738"/>
            <a:ext cx="58293" cy="58255"/>
          </a:xfrm>
          <a:prstGeom prst="ellipse">
            <a:avLst/>
          </a:prstGeom>
          <a:solidFill>
            <a:srgbClr val="43A047"/>
          </a:solidFill>
          <a:ln w="4858" cap="flat">
            <a:solidFill>
              <a:srgbClr val="444444"/>
            </a:solidFill>
            <a:prstDash val="solid"/>
            <a:miter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25" name="文本框 324">
            <a:extLst>
              <a:ext uri="{FF2B5EF4-FFF2-40B4-BE49-F238E27FC236}">
                <a16:creationId xmlns:a16="http://schemas.microsoft.com/office/drawing/2014/main" id="{49CA0383-0F1F-4D27-E1CC-0DF75836E205}"/>
              </a:ext>
            </a:extLst>
          </p:cNvPr>
          <p:cNvSpPr txBox="1"/>
          <p:nvPr/>
        </p:nvSpPr>
        <p:spPr>
          <a:xfrm>
            <a:off x="6806248" y="1751629"/>
            <a:ext cx="226141" cy="16259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975" spc="0" baseline="0">
                <a:ln/>
                <a:solidFill>
                  <a:srgbClr val="3F444A"/>
                </a:solidFill>
                <a:latin typeface="Arial"/>
                <a:cs typeface="Arial"/>
                <a:sym typeface="Arial"/>
                <a:rtl val="0"/>
              </a:rPr>
              <a:t>t</a:t>
            </a:r>
            <a:r>
              <a:rPr lang="zh-CN" altLang="en-US" sz="975" spc="0" baseline="0">
                <a:ln/>
                <a:solidFill>
                  <a:srgbClr val="3F444A"/>
                </a:solidFill>
                <a:latin typeface="Cambria Math"/>
                <a:cs typeface="Arial"/>
                <a:sym typeface="Cambria Math"/>
                <a:rtl val="0"/>
              </a:rPr>
              <a:t>₂</a:t>
            </a:r>
          </a:p>
        </p:txBody>
      </p:sp>
      <p:sp>
        <p:nvSpPr>
          <p:cNvPr id="326" name="矩形 325">
            <a:extLst>
              <a:ext uri="{FF2B5EF4-FFF2-40B4-BE49-F238E27FC236}">
                <a16:creationId xmlns:a16="http://schemas.microsoft.com/office/drawing/2014/main" id="{E539EE69-0E9C-A230-283A-6C7492A6B8C1}"/>
              </a:ext>
            </a:extLst>
          </p:cNvPr>
          <p:cNvSpPr/>
          <p:nvPr/>
        </p:nvSpPr>
        <p:spPr>
          <a:xfrm>
            <a:off x="7432040" y="1747679"/>
            <a:ext cx="534352" cy="398082"/>
          </a:xfrm>
          <a:prstGeom prst="rect">
            <a:avLst/>
          </a:prstGeom>
          <a:solidFill>
            <a:srgbClr val="FFFFFF"/>
          </a:solidFill>
          <a:ln w="6315" cap="flat">
            <a:solidFill>
              <a:srgbClr val="9AA3AD"/>
            </a:solidFill>
            <a:prstDash val="solid"/>
            <a:miter/>
          </a:ln>
        </p:spPr>
        <p:txBody>
          <a:bodyPr/>
          <a:lstStyle/>
          <a:p>
            <a:endParaRPr lang="zh-CN" altLang="en-US"/>
          </a:p>
        </p:txBody>
      </p:sp>
      <p:grpSp>
        <p:nvGrpSpPr>
          <p:cNvPr id="327" name="图形 159">
            <a:extLst>
              <a:ext uri="{FF2B5EF4-FFF2-40B4-BE49-F238E27FC236}">
                <a16:creationId xmlns:a16="http://schemas.microsoft.com/office/drawing/2014/main" id="{43B14AFD-9F86-DA9F-0BB0-F1BAD455FF9B}"/>
              </a:ext>
            </a:extLst>
          </p:cNvPr>
          <p:cNvGrpSpPr/>
          <p:nvPr/>
        </p:nvGrpSpPr>
        <p:grpSpPr>
          <a:xfrm>
            <a:off x="7494414" y="1926331"/>
            <a:ext cx="118140" cy="31069"/>
            <a:chOff x="7494414" y="1926331"/>
            <a:chExt cx="118140" cy="31069"/>
          </a:xfrm>
        </p:grpSpPr>
        <p:sp>
          <p:nvSpPr>
            <p:cNvPr id="328" name="圆角矩形 327">
              <a:extLst>
                <a:ext uri="{FF2B5EF4-FFF2-40B4-BE49-F238E27FC236}">
                  <a16:creationId xmlns:a16="http://schemas.microsoft.com/office/drawing/2014/main" id="{DC9F7C7B-0A89-AFD0-B809-C904B0717A2A}"/>
                </a:ext>
              </a:extLst>
            </p:cNvPr>
            <p:cNvSpPr/>
            <p:nvPr/>
          </p:nvSpPr>
          <p:spPr>
            <a:xfrm>
              <a:off x="7533276" y="1926331"/>
              <a:ext cx="40416" cy="31069"/>
            </a:xfrm>
            <a:prstGeom prst="roundRect">
              <a:avLst>
                <a:gd name="adj" fmla="val 10006"/>
              </a:avLst>
            </a:prstGeom>
            <a:solidFill>
              <a:srgbClr val="D6DBE2"/>
            </a:solidFill>
            <a:ln w="1865" cap="flat">
              <a:solidFill>
                <a:srgbClr val="444444"/>
              </a:solidFill>
              <a:prstDash val="solid"/>
              <a:miter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9" name="矩形 328">
              <a:extLst>
                <a:ext uri="{FF2B5EF4-FFF2-40B4-BE49-F238E27FC236}">
                  <a16:creationId xmlns:a16="http://schemas.microsoft.com/office/drawing/2014/main" id="{D694C992-F866-FD16-E8E1-A32987B0D3D0}"/>
                </a:ext>
              </a:extLst>
            </p:cNvPr>
            <p:cNvSpPr/>
            <p:nvPr/>
          </p:nvSpPr>
          <p:spPr>
            <a:xfrm>
              <a:off x="7494414" y="1930991"/>
              <a:ext cx="31089" cy="21748"/>
            </a:xfrm>
            <a:prstGeom prst="rect">
              <a:avLst/>
            </a:prstGeom>
            <a:solidFill>
              <a:srgbClr val="9FB9DD"/>
            </a:solidFill>
            <a:ln w="1555" cap="flat">
              <a:solidFill>
                <a:srgbClr val="315C9C"/>
              </a:solidFill>
              <a:prstDash val="solid"/>
              <a:miter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30" name="矩形 329">
              <a:extLst>
                <a:ext uri="{FF2B5EF4-FFF2-40B4-BE49-F238E27FC236}">
                  <a16:creationId xmlns:a16="http://schemas.microsoft.com/office/drawing/2014/main" id="{8D2443F2-D05D-396F-9EC1-CF6A301CDA20}"/>
                </a:ext>
              </a:extLst>
            </p:cNvPr>
            <p:cNvSpPr/>
            <p:nvPr/>
          </p:nvSpPr>
          <p:spPr>
            <a:xfrm>
              <a:off x="7581465" y="1930991"/>
              <a:ext cx="31089" cy="21748"/>
            </a:xfrm>
            <a:prstGeom prst="rect">
              <a:avLst/>
            </a:prstGeom>
            <a:solidFill>
              <a:srgbClr val="9FB9DD"/>
            </a:solidFill>
            <a:ln w="1555" cap="flat">
              <a:solidFill>
                <a:srgbClr val="315C9C"/>
              </a:solidFill>
              <a:prstDash val="solid"/>
              <a:miter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31" name="椭圆 330">
              <a:extLst>
                <a:ext uri="{FF2B5EF4-FFF2-40B4-BE49-F238E27FC236}">
                  <a16:creationId xmlns:a16="http://schemas.microsoft.com/office/drawing/2014/main" id="{83DD1EFE-249C-B2D3-0C5A-D4D8E6912D36}"/>
                </a:ext>
              </a:extLst>
            </p:cNvPr>
            <p:cNvSpPr/>
            <p:nvPr/>
          </p:nvSpPr>
          <p:spPr>
            <a:xfrm>
              <a:off x="7548821" y="1937205"/>
              <a:ext cx="9326" cy="9320"/>
            </a:xfrm>
            <a:prstGeom prst="ellipse">
              <a:avLst/>
            </a:prstGeom>
            <a:solidFill>
              <a:srgbClr val="1F5FBF"/>
            </a:solidFill>
            <a:ln w="1555" cap="flat">
              <a:noFill/>
              <a:prstDash val="solid"/>
              <a:miter/>
            </a:ln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332" name="图形 159">
            <a:extLst>
              <a:ext uri="{FF2B5EF4-FFF2-40B4-BE49-F238E27FC236}">
                <a16:creationId xmlns:a16="http://schemas.microsoft.com/office/drawing/2014/main" id="{0E6AC957-A9E2-A2E3-4A63-DE26011157BD}"/>
              </a:ext>
            </a:extLst>
          </p:cNvPr>
          <p:cNvGrpSpPr/>
          <p:nvPr/>
        </p:nvGrpSpPr>
        <p:grpSpPr>
          <a:xfrm>
            <a:off x="7599121" y="1851871"/>
            <a:ext cx="250442" cy="211609"/>
            <a:chOff x="7599121" y="1851871"/>
            <a:chExt cx="250442" cy="211609"/>
          </a:xfrm>
          <a:solidFill>
            <a:srgbClr val="1F5FBF">
              <a:alpha val="10000"/>
            </a:srgbClr>
          </a:solidFill>
        </p:grpSpPr>
        <p:sp>
          <p:nvSpPr>
            <p:cNvPr id="333" name="任意形状 332">
              <a:extLst>
                <a:ext uri="{FF2B5EF4-FFF2-40B4-BE49-F238E27FC236}">
                  <a16:creationId xmlns:a16="http://schemas.microsoft.com/office/drawing/2014/main" id="{36BB1741-594C-62E1-5966-0AA90C8CF21F}"/>
                </a:ext>
              </a:extLst>
            </p:cNvPr>
            <p:cNvSpPr/>
            <p:nvPr/>
          </p:nvSpPr>
          <p:spPr>
            <a:xfrm rot="480000">
              <a:off x="7610671" y="1866796"/>
              <a:ext cx="227342" cy="181758"/>
            </a:xfrm>
            <a:custGeom>
              <a:avLst/>
              <a:gdLst>
                <a:gd name="csX0" fmla="*/ 1280 w 227342"/>
                <a:gd name="csY0" fmla="*/ 91283 h 181758"/>
                <a:gd name="csX1" fmla="*/ 228623 w 227342"/>
                <a:gd name="csY1" fmla="*/ 403 h 181758"/>
                <a:gd name="csX2" fmla="*/ 228623 w 227342"/>
                <a:gd name="csY2" fmla="*/ 182162 h 18175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227342" h="181758">
                  <a:moveTo>
                    <a:pt x="1280" y="91283"/>
                  </a:moveTo>
                  <a:lnTo>
                    <a:pt x="228623" y="403"/>
                  </a:lnTo>
                  <a:lnTo>
                    <a:pt x="228623" y="182162"/>
                  </a:lnTo>
                  <a:close/>
                </a:path>
              </a:pathLst>
            </a:custGeom>
            <a:solidFill>
              <a:srgbClr val="1F5FBF">
                <a:alpha val="10000"/>
              </a:srgbClr>
            </a:solidFill>
            <a:ln w="4547" cap="flat">
              <a:solidFill>
                <a:srgbClr val="1F5FBF"/>
              </a:solidFill>
              <a:custDash>
                <a:ds d="450000" sp="300000"/>
              </a:custDash>
              <a:miter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34" name="任意形状 333">
              <a:extLst>
                <a:ext uri="{FF2B5EF4-FFF2-40B4-BE49-F238E27FC236}">
                  <a16:creationId xmlns:a16="http://schemas.microsoft.com/office/drawing/2014/main" id="{7A96B86B-D332-20B6-EF4B-29901EA59AF9}"/>
                </a:ext>
              </a:extLst>
            </p:cNvPr>
            <p:cNvSpPr/>
            <p:nvPr/>
          </p:nvSpPr>
          <p:spPr>
            <a:xfrm rot="480000">
              <a:off x="7610671" y="1957676"/>
              <a:ext cx="227342" cy="4854"/>
            </a:xfrm>
            <a:custGeom>
              <a:avLst/>
              <a:gdLst>
                <a:gd name="csX0" fmla="*/ 1280 w 227342"/>
                <a:gd name="csY0" fmla="*/ 403 h 4854"/>
                <a:gd name="csX1" fmla="*/ 228623 w 227342"/>
                <a:gd name="csY1" fmla="*/ 403 h 485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227342" h="4854">
                  <a:moveTo>
                    <a:pt x="1280" y="403"/>
                  </a:moveTo>
                  <a:lnTo>
                    <a:pt x="228623" y="403"/>
                  </a:lnTo>
                </a:path>
              </a:pathLst>
            </a:custGeom>
            <a:ln w="3031" cap="flat">
              <a:solidFill>
                <a:srgbClr val="1F5FBF"/>
              </a:solidFill>
              <a:custDash>
                <a:ds d="375000" sp="300000"/>
              </a:custDash>
              <a:miter/>
            </a:ln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335" name="椭圆 334">
            <a:extLst>
              <a:ext uri="{FF2B5EF4-FFF2-40B4-BE49-F238E27FC236}">
                <a16:creationId xmlns:a16="http://schemas.microsoft.com/office/drawing/2014/main" id="{1F7AF61E-8F81-8EC5-1C89-3041B0D7A733}"/>
              </a:ext>
            </a:extLst>
          </p:cNvPr>
          <p:cNvSpPr/>
          <p:nvPr/>
        </p:nvSpPr>
        <p:spPr>
          <a:xfrm>
            <a:off x="7830376" y="1912738"/>
            <a:ext cx="58293" cy="58255"/>
          </a:xfrm>
          <a:prstGeom prst="ellipse">
            <a:avLst/>
          </a:prstGeom>
          <a:solidFill>
            <a:srgbClr val="43A047"/>
          </a:solidFill>
          <a:ln w="4858" cap="flat">
            <a:solidFill>
              <a:srgbClr val="444444"/>
            </a:solidFill>
            <a:prstDash val="solid"/>
            <a:miter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36" name="文本框 335">
            <a:extLst>
              <a:ext uri="{FF2B5EF4-FFF2-40B4-BE49-F238E27FC236}">
                <a16:creationId xmlns:a16="http://schemas.microsoft.com/office/drawing/2014/main" id="{57A8A169-C94B-8AF6-D14E-E3D164DEBD1F}"/>
              </a:ext>
            </a:extLst>
          </p:cNvPr>
          <p:cNvSpPr txBox="1"/>
          <p:nvPr/>
        </p:nvSpPr>
        <p:spPr>
          <a:xfrm>
            <a:off x="7704932" y="1740659"/>
            <a:ext cx="221331" cy="1753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975" spc="0" baseline="0">
                <a:ln/>
                <a:solidFill>
                  <a:srgbClr val="3F444A"/>
                </a:solidFill>
                <a:latin typeface="Arial"/>
                <a:cs typeface="Arial"/>
                <a:sym typeface="Arial"/>
                <a:rtl val="0"/>
              </a:rPr>
              <a:t>t</a:t>
            </a:r>
            <a:r>
              <a:rPr lang="zh-CN" altLang="en-US" sz="975" spc="0" baseline="0">
                <a:ln/>
                <a:solidFill>
                  <a:srgbClr val="3F444A"/>
                </a:solidFill>
                <a:latin typeface="Segoe UI Symbol"/>
                <a:cs typeface="Arial"/>
                <a:sym typeface="Segoe UI Symbol"/>
                <a:rtl val="0"/>
              </a:rPr>
              <a:t>ₙ</a:t>
            </a:r>
          </a:p>
        </p:txBody>
      </p:sp>
      <p:sp>
        <p:nvSpPr>
          <p:cNvPr id="337" name="文本框 336">
            <a:extLst>
              <a:ext uri="{FF2B5EF4-FFF2-40B4-BE49-F238E27FC236}">
                <a16:creationId xmlns:a16="http://schemas.microsoft.com/office/drawing/2014/main" id="{76D3BDAA-CD14-E142-573A-B6290FC882DE}"/>
              </a:ext>
            </a:extLst>
          </p:cNvPr>
          <p:cNvSpPr txBox="1"/>
          <p:nvPr/>
        </p:nvSpPr>
        <p:spPr>
          <a:xfrm>
            <a:off x="6971411" y="1826016"/>
            <a:ext cx="289321" cy="21280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1875" b="1" spc="0" baseline="0">
                <a:ln/>
                <a:solidFill>
                  <a:srgbClr val="0D2F6F"/>
                </a:solidFill>
                <a:latin typeface="Cambria Math"/>
                <a:sym typeface="Cambria Math"/>
                <a:rtl val="0"/>
              </a:rPr>
              <a:t>⋯</a:t>
            </a:r>
          </a:p>
        </p:txBody>
      </p:sp>
      <p:sp>
        <p:nvSpPr>
          <p:cNvPr id="338" name="任意形状 337">
            <a:extLst>
              <a:ext uri="{FF2B5EF4-FFF2-40B4-BE49-F238E27FC236}">
                <a16:creationId xmlns:a16="http://schemas.microsoft.com/office/drawing/2014/main" id="{1F7776EF-8110-EED3-F5AC-1C62972648E1}"/>
              </a:ext>
            </a:extLst>
          </p:cNvPr>
          <p:cNvSpPr/>
          <p:nvPr/>
        </p:nvSpPr>
        <p:spPr>
          <a:xfrm>
            <a:off x="7980966" y="1941866"/>
            <a:ext cx="349758" cy="4854"/>
          </a:xfrm>
          <a:custGeom>
            <a:avLst/>
            <a:gdLst>
              <a:gd name="csX0" fmla="*/ 0 w 349758"/>
              <a:gd name="csY0" fmla="*/ 0 h 4854"/>
              <a:gd name="csX1" fmla="*/ 349758 w 349758"/>
              <a:gd name="csY1" fmla="*/ 0 h 4854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349758" h="4854">
                <a:moveTo>
                  <a:pt x="0" y="0"/>
                </a:moveTo>
                <a:lnTo>
                  <a:pt x="349758" y="0"/>
                </a:lnTo>
              </a:path>
            </a:pathLst>
          </a:custGeom>
          <a:noFill/>
          <a:ln w="8744" cap="flat">
            <a:solidFill>
              <a:srgbClr val="6F747A"/>
            </a:solidFill>
            <a:prstDash val="solid"/>
            <a:miter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39" name="文本框 338">
            <a:extLst>
              <a:ext uri="{FF2B5EF4-FFF2-40B4-BE49-F238E27FC236}">
                <a16:creationId xmlns:a16="http://schemas.microsoft.com/office/drawing/2014/main" id="{ED46E2D6-D402-AEA4-BBF6-94B7CB0DDB7B}"/>
              </a:ext>
            </a:extLst>
          </p:cNvPr>
          <p:cNvSpPr txBox="1"/>
          <p:nvPr/>
        </p:nvSpPr>
        <p:spPr>
          <a:xfrm>
            <a:off x="8336439" y="1751629"/>
            <a:ext cx="337272" cy="16194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975" spc="0" baseline="0">
                <a:ln/>
                <a:solidFill>
                  <a:srgbClr val="3F444A"/>
                </a:solidFill>
                <a:latin typeface="Arial"/>
                <a:cs typeface="Arial"/>
                <a:sym typeface="Arial"/>
                <a:rtl val="0"/>
              </a:rPr>
              <a:t>Dwell</a:t>
            </a:r>
          </a:p>
        </p:txBody>
      </p:sp>
      <p:sp>
        <p:nvSpPr>
          <p:cNvPr id="340" name="文本框 339">
            <a:extLst>
              <a:ext uri="{FF2B5EF4-FFF2-40B4-BE49-F238E27FC236}">
                <a16:creationId xmlns:a16="http://schemas.microsoft.com/office/drawing/2014/main" id="{0032B319-2FC4-194D-A078-1A516221C981}"/>
              </a:ext>
            </a:extLst>
          </p:cNvPr>
          <p:cNvSpPr txBox="1"/>
          <p:nvPr/>
        </p:nvSpPr>
        <p:spPr>
          <a:xfrm>
            <a:off x="8336439" y="1828043"/>
            <a:ext cx="452319" cy="175382"/>
          </a:xfrm>
          <a:prstGeom prst="rect">
            <a:avLst/>
          </a:prstGeom>
          <a:noFill/>
        </p:spPr>
        <p:txBody>
          <a:bodyPr wrap="none" rtlCol="0" anchor="b">
            <a:spAutoFit/>
          </a:bodyPr>
          <a:lstStyle/>
          <a:p>
            <a:pPr algn="l"/>
            <a:r>
              <a:rPr lang="zh-CN" altLang="en-US" sz="1463" spc="0" baseline="92308">
                <a:ln/>
                <a:solidFill>
                  <a:srgbClr val="3F444A"/>
                </a:solidFill>
                <a:latin typeface="Arial"/>
                <a:cs typeface="Arial"/>
                <a:sym typeface="Arial"/>
                <a:rtl val="0"/>
              </a:rPr>
              <a:t>Dᵢⱼ = Σ Δt</a:t>
            </a:r>
            <a:r>
              <a:rPr lang="zh-CN" altLang="en-US" sz="1463" spc="0" baseline="92308">
                <a:ln/>
                <a:solidFill>
                  <a:srgbClr val="3F444A"/>
                </a:solidFill>
                <a:latin typeface="Segoe UI Symbol"/>
                <a:cs typeface="Arial"/>
                <a:sym typeface="Segoe UI Symbol"/>
                <a:rtl val="0"/>
              </a:rPr>
              <a:t>ₖ</a:t>
            </a:r>
          </a:p>
        </p:txBody>
      </p:sp>
      <p:sp>
        <p:nvSpPr>
          <p:cNvPr id="341" name="矩形 340">
            <a:extLst>
              <a:ext uri="{FF2B5EF4-FFF2-40B4-BE49-F238E27FC236}">
                <a16:creationId xmlns:a16="http://schemas.microsoft.com/office/drawing/2014/main" id="{0CDD4B01-5342-4ED1-12A2-2143239F68E5}"/>
              </a:ext>
            </a:extLst>
          </p:cNvPr>
          <p:cNvSpPr/>
          <p:nvPr/>
        </p:nvSpPr>
        <p:spPr>
          <a:xfrm>
            <a:off x="1335564" y="2524426"/>
            <a:ext cx="3789045" cy="2233146"/>
          </a:xfrm>
          <a:prstGeom prst="rect">
            <a:avLst/>
          </a:prstGeom>
          <a:solidFill>
            <a:srgbClr val="FFFFFF"/>
          </a:solidFill>
          <a:ln w="7772" cap="flat">
            <a:solidFill>
              <a:srgbClr val="1F5FBF"/>
            </a:solidFill>
            <a:prstDash val="solid"/>
            <a:miter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42" name="文本框 341">
            <a:extLst>
              <a:ext uri="{FF2B5EF4-FFF2-40B4-BE49-F238E27FC236}">
                <a16:creationId xmlns:a16="http://schemas.microsoft.com/office/drawing/2014/main" id="{914A238F-94E4-FE2F-7120-1322249C1BA3}"/>
              </a:ext>
            </a:extLst>
          </p:cNvPr>
          <p:cNvSpPr txBox="1"/>
          <p:nvPr/>
        </p:nvSpPr>
        <p:spPr>
          <a:xfrm>
            <a:off x="1331564" y="2508189"/>
            <a:ext cx="333728" cy="32465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3225" b="1" spc="0" baseline="0">
                <a:ln/>
                <a:solidFill>
                  <a:srgbClr val="0D2F6F"/>
                </a:solidFill>
                <a:latin typeface="Arial"/>
                <a:cs typeface="Arial"/>
                <a:sym typeface="Arial"/>
                <a:rtl val="0"/>
              </a:rPr>
              <a:t>C</a:t>
            </a:r>
          </a:p>
        </p:txBody>
      </p:sp>
      <p:sp>
        <p:nvSpPr>
          <p:cNvPr id="343" name="文本框 342">
            <a:extLst>
              <a:ext uri="{FF2B5EF4-FFF2-40B4-BE49-F238E27FC236}">
                <a16:creationId xmlns:a16="http://schemas.microsoft.com/office/drawing/2014/main" id="{3A1FB078-CE37-06CC-DB39-96F48BD0F037}"/>
              </a:ext>
            </a:extLst>
          </p:cNvPr>
          <p:cNvSpPr txBox="1"/>
          <p:nvPr/>
        </p:nvSpPr>
        <p:spPr>
          <a:xfrm>
            <a:off x="1642460" y="2553313"/>
            <a:ext cx="2976442" cy="2270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1875" b="1" spc="0" baseline="0">
                <a:ln/>
                <a:solidFill>
                  <a:srgbClr val="0D2F6F"/>
                </a:solidFill>
                <a:latin typeface="Arial"/>
                <a:cs typeface="Arial"/>
                <a:sym typeface="Arial"/>
                <a:rtl val="0"/>
              </a:rPr>
              <a:t>Finite candidate-view graph with HCW feasibility</a:t>
            </a:r>
          </a:p>
        </p:txBody>
      </p:sp>
      <p:pic>
        <p:nvPicPr>
          <p:cNvPr id="344" name="图片 343">
            <a:extLst>
              <a:ext uri="{FF2B5EF4-FFF2-40B4-BE49-F238E27FC236}">
                <a16:creationId xmlns:a16="http://schemas.microsoft.com/office/drawing/2014/main" id="{D0501344-5B0B-E7E7-C83C-101282BC93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85670" y="3178446"/>
            <a:ext cx="2040257" cy="854726"/>
          </a:xfrm>
          <a:custGeom>
            <a:avLst/>
            <a:gdLst>
              <a:gd name="csX0" fmla="*/ -626 w 2040257"/>
              <a:gd name="csY0" fmla="*/ 315 h 854726"/>
              <a:gd name="csX1" fmla="*/ 2039632 w 2040257"/>
              <a:gd name="csY1" fmla="*/ 315 h 854726"/>
              <a:gd name="csX2" fmla="*/ 2039632 w 2040257"/>
              <a:gd name="csY2" fmla="*/ 855041 h 854726"/>
              <a:gd name="csX3" fmla="*/ -626 w 2040257"/>
              <a:gd name="csY3" fmla="*/ 855041 h 85472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2040257" h="854726">
                <a:moveTo>
                  <a:pt x="-626" y="315"/>
                </a:moveTo>
                <a:lnTo>
                  <a:pt x="2039632" y="315"/>
                </a:lnTo>
                <a:lnTo>
                  <a:pt x="2039632" y="855041"/>
                </a:lnTo>
                <a:lnTo>
                  <a:pt x="-626" y="855041"/>
                </a:lnTo>
                <a:close/>
              </a:path>
            </a:pathLst>
          </a:custGeom>
        </p:spPr>
      </p:pic>
      <p:sp>
        <p:nvSpPr>
          <p:cNvPr id="345" name="任意形状 344">
            <a:extLst>
              <a:ext uri="{FF2B5EF4-FFF2-40B4-BE49-F238E27FC236}">
                <a16:creationId xmlns:a16="http://schemas.microsoft.com/office/drawing/2014/main" id="{CC26DE54-75E3-8E6F-A21C-DC99F0AB4A5F}"/>
              </a:ext>
            </a:extLst>
          </p:cNvPr>
          <p:cNvSpPr/>
          <p:nvPr/>
        </p:nvSpPr>
        <p:spPr>
          <a:xfrm>
            <a:off x="4344816" y="3708528"/>
            <a:ext cx="301942" cy="368461"/>
          </a:xfrm>
          <a:custGeom>
            <a:avLst/>
            <a:gdLst>
              <a:gd name="csX0" fmla="*/ 301942 w 301942"/>
              <a:gd name="csY0" fmla="*/ 0 h 368461"/>
              <a:gd name="csX1" fmla="*/ 0 w 301942"/>
              <a:gd name="csY1" fmla="*/ 368461 h 368461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301942" h="368461">
                <a:moveTo>
                  <a:pt x="301942" y="0"/>
                </a:moveTo>
                <a:lnTo>
                  <a:pt x="0" y="368461"/>
                </a:lnTo>
              </a:path>
            </a:pathLst>
          </a:custGeom>
          <a:ln w="11173" cap="flat">
            <a:solidFill>
              <a:srgbClr val="1F5FBF"/>
            </a:solidFill>
            <a:prstDash val="solid"/>
            <a:miter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46" name="任意形状 345">
            <a:extLst>
              <a:ext uri="{FF2B5EF4-FFF2-40B4-BE49-F238E27FC236}">
                <a16:creationId xmlns:a16="http://schemas.microsoft.com/office/drawing/2014/main" id="{184C0641-B71F-9D66-805A-6E7423A1FF83}"/>
              </a:ext>
            </a:extLst>
          </p:cNvPr>
          <p:cNvSpPr/>
          <p:nvPr/>
        </p:nvSpPr>
        <p:spPr>
          <a:xfrm>
            <a:off x="3737675" y="4076989"/>
            <a:ext cx="607141" cy="238629"/>
          </a:xfrm>
          <a:custGeom>
            <a:avLst/>
            <a:gdLst>
              <a:gd name="csX0" fmla="*/ 607141 w 607141"/>
              <a:gd name="csY0" fmla="*/ 0 h 238629"/>
              <a:gd name="csX1" fmla="*/ 0 w 607141"/>
              <a:gd name="csY1" fmla="*/ 238630 h 238629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607141" h="238629">
                <a:moveTo>
                  <a:pt x="607141" y="0"/>
                </a:moveTo>
                <a:lnTo>
                  <a:pt x="0" y="238630"/>
                </a:lnTo>
              </a:path>
            </a:pathLst>
          </a:custGeom>
          <a:ln w="11173" cap="flat">
            <a:solidFill>
              <a:srgbClr val="1F5FBF"/>
            </a:solidFill>
            <a:prstDash val="solid"/>
            <a:miter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47" name="任意形状 346">
            <a:extLst>
              <a:ext uri="{FF2B5EF4-FFF2-40B4-BE49-F238E27FC236}">
                <a16:creationId xmlns:a16="http://schemas.microsoft.com/office/drawing/2014/main" id="{C5C69E93-00EE-82AA-35D7-620EC5FDC510}"/>
              </a:ext>
            </a:extLst>
          </p:cNvPr>
          <p:cNvSpPr/>
          <p:nvPr/>
        </p:nvSpPr>
        <p:spPr>
          <a:xfrm>
            <a:off x="2988018" y="4315619"/>
            <a:ext cx="749657" cy="44857"/>
          </a:xfrm>
          <a:custGeom>
            <a:avLst/>
            <a:gdLst>
              <a:gd name="csX0" fmla="*/ 749657 w 749657"/>
              <a:gd name="csY0" fmla="*/ 0 h 44857"/>
              <a:gd name="csX1" fmla="*/ 0 w 749657"/>
              <a:gd name="csY1" fmla="*/ 44858 h 44857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749657" h="44857">
                <a:moveTo>
                  <a:pt x="749657" y="0"/>
                </a:moveTo>
                <a:lnTo>
                  <a:pt x="0" y="44858"/>
                </a:lnTo>
              </a:path>
            </a:pathLst>
          </a:custGeom>
          <a:ln w="11173" cap="flat">
            <a:solidFill>
              <a:srgbClr val="1F5FBF"/>
            </a:solidFill>
            <a:prstDash val="solid"/>
            <a:miter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48" name="任意形状 347">
            <a:extLst>
              <a:ext uri="{FF2B5EF4-FFF2-40B4-BE49-F238E27FC236}">
                <a16:creationId xmlns:a16="http://schemas.microsoft.com/office/drawing/2014/main" id="{F351482D-CCB8-6ADF-AC50-4B4336A091EC}"/>
              </a:ext>
            </a:extLst>
          </p:cNvPr>
          <p:cNvSpPr/>
          <p:nvPr/>
        </p:nvSpPr>
        <p:spPr>
          <a:xfrm>
            <a:off x="2296714" y="4199543"/>
            <a:ext cx="691303" cy="160933"/>
          </a:xfrm>
          <a:custGeom>
            <a:avLst/>
            <a:gdLst>
              <a:gd name="csX0" fmla="*/ 691303 w 691303"/>
              <a:gd name="csY0" fmla="*/ 160934 h 160933"/>
              <a:gd name="csX1" fmla="*/ 0 w 691303"/>
              <a:gd name="csY1" fmla="*/ 0 h 160933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691303" h="160933">
                <a:moveTo>
                  <a:pt x="691303" y="160934"/>
                </a:moveTo>
                <a:lnTo>
                  <a:pt x="0" y="0"/>
                </a:lnTo>
              </a:path>
            </a:pathLst>
          </a:custGeom>
          <a:ln w="11173" cap="flat">
            <a:solidFill>
              <a:srgbClr val="1F5FBF"/>
            </a:solidFill>
            <a:prstDash val="solid"/>
            <a:miter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49" name="任意形状 348">
            <a:extLst>
              <a:ext uri="{FF2B5EF4-FFF2-40B4-BE49-F238E27FC236}">
                <a16:creationId xmlns:a16="http://schemas.microsoft.com/office/drawing/2014/main" id="{3ADBA75F-2410-6514-C5B4-A3BD1F71CE44}"/>
              </a:ext>
            </a:extLst>
          </p:cNvPr>
          <p:cNvSpPr/>
          <p:nvPr/>
        </p:nvSpPr>
        <p:spPr>
          <a:xfrm>
            <a:off x="1848999" y="3875940"/>
            <a:ext cx="447715" cy="323603"/>
          </a:xfrm>
          <a:custGeom>
            <a:avLst/>
            <a:gdLst>
              <a:gd name="csX0" fmla="*/ 447715 w 447715"/>
              <a:gd name="csY0" fmla="*/ 323603 h 323603"/>
              <a:gd name="csX1" fmla="*/ 0 w 447715"/>
              <a:gd name="csY1" fmla="*/ 0 h 323603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447715" h="323603">
                <a:moveTo>
                  <a:pt x="447715" y="323603"/>
                </a:moveTo>
                <a:lnTo>
                  <a:pt x="0" y="0"/>
                </a:lnTo>
              </a:path>
            </a:pathLst>
          </a:custGeom>
          <a:ln w="11173" cap="flat">
            <a:solidFill>
              <a:srgbClr val="1F5FBF"/>
            </a:solidFill>
            <a:prstDash val="solid"/>
            <a:miter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50" name="任意形状 349">
            <a:extLst>
              <a:ext uri="{FF2B5EF4-FFF2-40B4-BE49-F238E27FC236}">
                <a16:creationId xmlns:a16="http://schemas.microsoft.com/office/drawing/2014/main" id="{CC77C6E3-F6FE-F9E2-BFA8-586A9D2936C5}"/>
              </a:ext>
            </a:extLst>
          </p:cNvPr>
          <p:cNvSpPr/>
          <p:nvPr/>
        </p:nvSpPr>
        <p:spPr>
          <a:xfrm>
            <a:off x="1764837" y="3476377"/>
            <a:ext cx="84162" cy="399563"/>
          </a:xfrm>
          <a:custGeom>
            <a:avLst/>
            <a:gdLst>
              <a:gd name="csX0" fmla="*/ 84162 w 84162"/>
              <a:gd name="csY0" fmla="*/ 399564 h 399563"/>
              <a:gd name="csX1" fmla="*/ 0 w 84162"/>
              <a:gd name="csY1" fmla="*/ 0 h 399563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84162" h="399563">
                <a:moveTo>
                  <a:pt x="84162" y="399564"/>
                </a:moveTo>
                <a:lnTo>
                  <a:pt x="0" y="0"/>
                </a:lnTo>
              </a:path>
            </a:pathLst>
          </a:custGeom>
          <a:ln w="11173" cap="flat">
            <a:solidFill>
              <a:srgbClr val="1F5FBF"/>
            </a:solidFill>
            <a:prstDash val="solid"/>
            <a:miter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51" name="任意形状 350">
            <a:extLst>
              <a:ext uri="{FF2B5EF4-FFF2-40B4-BE49-F238E27FC236}">
                <a16:creationId xmlns:a16="http://schemas.microsoft.com/office/drawing/2014/main" id="{3D76673E-2322-CAA7-93EB-AC990F7274E9}"/>
              </a:ext>
            </a:extLst>
          </p:cNvPr>
          <p:cNvSpPr/>
          <p:nvPr/>
        </p:nvSpPr>
        <p:spPr>
          <a:xfrm>
            <a:off x="1764837" y="3107916"/>
            <a:ext cx="301942" cy="368461"/>
          </a:xfrm>
          <a:custGeom>
            <a:avLst/>
            <a:gdLst>
              <a:gd name="csX0" fmla="*/ 0 w 301942"/>
              <a:gd name="csY0" fmla="*/ 368461 h 368461"/>
              <a:gd name="csX1" fmla="*/ 301942 w 301942"/>
              <a:gd name="csY1" fmla="*/ 0 h 368461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301942" h="368461">
                <a:moveTo>
                  <a:pt x="0" y="368461"/>
                </a:moveTo>
                <a:lnTo>
                  <a:pt x="301942" y="0"/>
                </a:lnTo>
              </a:path>
            </a:pathLst>
          </a:custGeom>
          <a:ln w="11173" cap="flat">
            <a:solidFill>
              <a:srgbClr val="1F5FBF"/>
            </a:solidFill>
            <a:prstDash val="solid"/>
            <a:miter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52" name="任意形状 351">
            <a:extLst>
              <a:ext uri="{FF2B5EF4-FFF2-40B4-BE49-F238E27FC236}">
                <a16:creationId xmlns:a16="http://schemas.microsoft.com/office/drawing/2014/main" id="{FC85FD1E-E7AD-0DBF-AC81-A39EC8680B2B}"/>
              </a:ext>
            </a:extLst>
          </p:cNvPr>
          <p:cNvSpPr/>
          <p:nvPr/>
        </p:nvSpPr>
        <p:spPr>
          <a:xfrm>
            <a:off x="2066779" y="2869286"/>
            <a:ext cx="607141" cy="238629"/>
          </a:xfrm>
          <a:custGeom>
            <a:avLst/>
            <a:gdLst>
              <a:gd name="csX0" fmla="*/ 0 w 607141"/>
              <a:gd name="csY0" fmla="*/ 238630 h 238629"/>
              <a:gd name="csX1" fmla="*/ 607141 w 607141"/>
              <a:gd name="csY1" fmla="*/ 0 h 238629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607141" h="238629">
                <a:moveTo>
                  <a:pt x="0" y="238630"/>
                </a:moveTo>
                <a:lnTo>
                  <a:pt x="607141" y="0"/>
                </a:lnTo>
              </a:path>
            </a:pathLst>
          </a:custGeom>
          <a:ln w="11173" cap="flat">
            <a:solidFill>
              <a:srgbClr val="1F5FBF"/>
            </a:solidFill>
            <a:prstDash val="solid"/>
            <a:miter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53" name="任意形状 352">
            <a:extLst>
              <a:ext uri="{FF2B5EF4-FFF2-40B4-BE49-F238E27FC236}">
                <a16:creationId xmlns:a16="http://schemas.microsoft.com/office/drawing/2014/main" id="{074CB8CF-D738-CC3A-1144-37D8BD400305}"/>
              </a:ext>
            </a:extLst>
          </p:cNvPr>
          <p:cNvSpPr/>
          <p:nvPr/>
        </p:nvSpPr>
        <p:spPr>
          <a:xfrm>
            <a:off x="2673920" y="2824428"/>
            <a:ext cx="749657" cy="44857"/>
          </a:xfrm>
          <a:custGeom>
            <a:avLst/>
            <a:gdLst>
              <a:gd name="csX0" fmla="*/ 0 w 749657"/>
              <a:gd name="csY0" fmla="*/ 44858 h 44857"/>
              <a:gd name="csX1" fmla="*/ 749657 w 749657"/>
              <a:gd name="csY1" fmla="*/ 0 h 44857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749657" h="44857">
                <a:moveTo>
                  <a:pt x="0" y="44858"/>
                </a:moveTo>
                <a:lnTo>
                  <a:pt x="749657" y="0"/>
                </a:lnTo>
              </a:path>
            </a:pathLst>
          </a:custGeom>
          <a:ln w="11173" cap="flat">
            <a:solidFill>
              <a:srgbClr val="1F5FBF"/>
            </a:solidFill>
            <a:prstDash val="solid"/>
            <a:miter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54" name="任意形状 353">
            <a:extLst>
              <a:ext uri="{FF2B5EF4-FFF2-40B4-BE49-F238E27FC236}">
                <a16:creationId xmlns:a16="http://schemas.microsoft.com/office/drawing/2014/main" id="{4E5370EB-655F-66A4-096D-F7720B40A77E}"/>
              </a:ext>
            </a:extLst>
          </p:cNvPr>
          <p:cNvSpPr/>
          <p:nvPr/>
        </p:nvSpPr>
        <p:spPr>
          <a:xfrm>
            <a:off x="3423578" y="2824428"/>
            <a:ext cx="691303" cy="160933"/>
          </a:xfrm>
          <a:custGeom>
            <a:avLst/>
            <a:gdLst>
              <a:gd name="csX0" fmla="*/ 0 w 691303"/>
              <a:gd name="csY0" fmla="*/ 0 h 160933"/>
              <a:gd name="csX1" fmla="*/ 691303 w 691303"/>
              <a:gd name="csY1" fmla="*/ 160933 h 160933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691303" h="160933">
                <a:moveTo>
                  <a:pt x="0" y="0"/>
                </a:moveTo>
                <a:lnTo>
                  <a:pt x="691303" y="160933"/>
                </a:lnTo>
              </a:path>
            </a:pathLst>
          </a:custGeom>
          <a:ln w="11173" cap="flat">
            <a:solidFill>
              <a:srgbClr val="1F5FBF"/>
            </a:solidFill>
            <a:prstDash val="solid"/>
            <a:miter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55" name="任意形状 354">
            <a:extLst>
              <a:ext uri="{FF2B5EF4-FFF2-40B4-BE49-F238E27FC236}">
                <a16:creationId xmlns:a16="http://schemas.microsoft.com/office/drawing/2014/main" id="{B6C766A6-AFB3-82DF-E89C-293463EB6ECC}"/>
              </a:ext>
            </a:extLst>
          </p:cNvPr>
          <p:cNvSpPr/>
          <p:nvPr/>
        </p:nvSpPr>
        <p:spPr>
          <a:xfrm>
            <a:off x="4114881" y="2985361"/>
            <a:ext cx="447715" cy="323603"/>
          </a:xfrm>
          <a:custGeom>
            <a:avLst/>
            <a:gdLst>
              <a:gd name="csX0" fmla="*/ 0 w 447715"/>
              <a:gd name="csY0" fmla="*/ 0 h 323603"/>
              <a:gd name="csX1" fmla="*/ 447715 w 447715"/>
              <a:gd name="csY1" fmla="*/ 323603 h 323603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447715" h="323603">
                <a:moveTo>
                  <a:pt x="0" y="0"/>
                </a:moveTo>
                <a:lnTo>
                  <a:pt x="447715" y="323603"/>
                </a:lnTo>
              </a:path>
            </a:pathLst>
          </a:custGeom>
          <a:ln w="11173" cap="flat">
            <a:solidFill>
              <a:srgbClr val="1F5FBF"/>
            </a:solidFill>
            <a:prstDash val="solid"/>
            <a:miter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56" name="任意形状 355">
            <a:extLst>
              <a:ext uri="{FF2B5EF4-FFF2-40B4-BE49-F238E27FC236}">
                <a16:creationId xmlns:a16="http://schemas.microsoft.com/office/drawing/2014/main" id="{B126FEA1-2ECA-906C-0538-0A7EAA2A54E7}"/>
              </a:ext>
            </a:extLst>
          </p:cNvPr>
          <p:cNvSpPr/>
          <p:nvPr/>
        </p:nvSpPr>
        <p:spPr>
          <a:xfrm>
            <a:off x="4562596" y="3308964"/>
            <a:ext cx="84162" cy="399563"/>
          </a:xfrm>
          <a:custGeom>
            <a:avLst/>
            <a:gdLst>
              <a:gd name="csX0" fmla="*/ 0 w 84162"/>
              <a:gd name="csY0" fmla="*/ 0 h 399563"/>
              <a:gd name="csX1" fmla="*/ 84162 w 84162"/>
              <a:gd name="csY1" fmla="*/ 399563 h 399563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84162" h="399563">
                <a:moveTo>
                  <a:pt x="0" y="0"/>
                </a:moveTo>
                <a:lnTo>
                  <a:pt x="84162" y="399563"/>
                </a:lnTo>
              </a:path>
            </a:pathLst>
          </a:custGeom>
          <a:ln w="11173" cap="flat">
            <a:solidFill>
              <a:srgbClr val="1F5FBF"/>
            </a:solidFill>
            <a:prstDash val="solid"/>
            <a:miter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57" name="任意形状 356">
            <a:extLst>
              <a:ext uri="{FF2B5EF4-FFF2-40B4-BE49-F238E27FC236}">
                <a16:creationId xmlns:a16="http://schemas.microsoft.com/office/drawing/2014/main" id="{A94E705F-9085-AC06-3965-258023670015}"/>
              </a:ext>
            </a:extLst>
          </p:cNvPr>
          <p:cNvSpPr/>
          <p:nvPr/>
        </p:nvSpPr>
        <p:spPr>
          <a:xfrm>
            <a:off x="1848999" y="3875940"/>
            <a:ext cx="2495817" cy="201048"/>
          </a:xfrm>
          <a:custGeom>
            <a:avLst/>
            <a:gdLst>
              <a:gd name="csX0" fmla="*/ 2495817 w 2495817"/>
              <a:gd name="csY0" fmla="*/ 201049 h 201048"/>
              <a:gd name="csX1" fmla="*/ 0 w 2495817"/>
              <a:gd name="csY1" fmla="*/ 0 h 201048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2495817" h="201048">
                <a:moveTo>
                  <a:pt x="2495817" y="201049"/>
                </a:moveTo>
                <a:lnTo>
                  <a:pt x="0" y="0"/>
                </a:lnTo>
              </a:path>
            </a:pathLst>
          </a:custGeom>
          <a:ln w="9716" cap="flat">
            <a:solidFill>
              <a:srgbClr val="D32F2F"/>
            </a:solidFill>
            <a:prstDash val="dash"/>
            <a:miter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58" name="任意形状 357">
            <a:extLst>
              <a:ext uri="{FF2B5EF4-FFF2-40B4-BE49-F238E27FC236}">
                <a16:creationId xmlns:a16="http://schemas.microsoft.com/office/drawing/2014/main" id="{625DD1DA-6F3C-7CBA-34D5-6427B995F584}"/>
              </a:ext>
            </a:extLst>
          </p:cNvPr>
          <p:cNvSpPr/>
          <p:nvPr/>
        </p:nvSpPr>
        <p:spPr>
          <a:xfrm>
            <a:off x="2673920" y="2869286"/>
            <a:ext cx="1063754" cy="1446332"/>
          </a:xfrm>
          <a:custGeom>
            <a:avLst/>
            <a:gdLst>
              <a:gd name="csX0" fmla="*/ 1063755 w 1063754"/>
              <a:gd name="csY0" fmla="*/ 1446333 h 1446332"/>
              <a:gd name="csX1" fmla="*/ 0 w 1063754"/>
              <a:gd name="csY1" fmla="*/ 0 h 1446332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1063754" h="1446332">
                <a:moveTo>
                  <a:pt x="1063755" y="1446333"/>
                </a:moveTo>
                <a:lnTo>
                  <a:pt x="0" y="0"/>
                </a:lnTo>
              </a:path>
            </a:pathLst>
          </a:custGeom>
          <a:ln w="9716" cap="flat">
            <a:solidFill>
              <a:srgbClr val="D32F2F"/>
            </a:solidFill>
            <a:prstDash val="dash"/>
            <a:miter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59" name="任意形状 358">
            <a:extLst>
              <a:ext uri="{FF2B5EF4-FFF2-40B4-BE49-F238E27FC236}">
                <a16:creationId xmlns:a16="http://schemas.microsoft.com/office/drawing/2014/main" id="{2657B1E1-7156-A640-25E7-AD5E0FABF697}"/>
              </a:ext>
            </a:extLst>
          </p:cNvPr>
          <p:cNvSpPr/>
          <p:nvPr/>
        </p:nvSpPr>
        <p:spPr>
          <a:xfrm>
            <a:off x="2066779" y="2985361"/>
            <a:ext cx="2048102" cy="122554"/>
          </a:xfrm>
          <a:custGeom>
            <a:avLst/>
            <a:gdLst>
              <a:gd name="csX0" fmla="*/ 0 w 2048102"/>
              <a:gd name="csY0" fmla="*/ 122554 h 122554"/>
              <a:gd name="csX1" fmla="*/ 2048102 w 2048102"/>
              <a:gd name="csY1" fmla="*/ 0 h 122554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2048102" h="122554">
                <a:moveTo>
                  <a:pt x="0" y="122554"/>
                </a:moveTo>
                <a:lnTo>
                  <a:pt x="2048102" y="0"/>
                </a:lnTo>
              </a:path>
            </a:pathLst>
          </a:custGeom>
          <a:ln w="9716" cap="flat">
            <a:solidFill>
              <a:srgbClr val="D32F2F"/>
            </a:solidFill>
            <a:prstDash val="dash"/>
            <a:miter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60" name="任意形状 359">
            <a:extLst>
              <a:ext uri="{FF2B5EF4-FFF2-40B4-BE49-F238E27FC236}">
                <a16:creationId xmlns:a16="http://schemas.microsoft.com/office/drawing/2014/main" id="{5A86A13D-77B7-B438-AD93-50FDC5E540AA}"/>
              </a:ext>
            </a:extLst>
          </p:cNvPr>
          <p:cNvSpPr/>
          <p:nvPr/>
        </p:nvSpPr>
        <p:spPr>
          <a:xfrm>
            <a:off x="2988018" y="3308964"/>
            <a:ext cx="1574578" cy="1051512"/>
          </a:xfrm>
          <a:custGeom>
            <a:avLst/>
            <a:gdLst>
              <a:gd name="csX0" fmla="*/ 0 w 1574578"/>
              <a:gd name="csY0" fmla="*/ 1051512 h 1051512"/>
              <a:gd name="csX1" fmla="*/ 1574579 w 1574578"/>
              <a:gd name="csY1" fmla="*/ 0 h 1051512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1574578" h="1051512">
                <a:moveTo>
                  <a:pt x="0" y="1051512"/>
                </a:moveTo>
                <a:lnTo>
                  <a:pt x="1574579" y="0"/>
                </a:lnTo>
              </a:path>
            </a:pathLst>
          </a:custGeom>
          <a:ln w="9716" cap="flat">
            <a:solidFill>
              <a:srgbClr val="D32F2F"/>
            </a:solidFill>
            <a:prstDash val="dash"/>
            <a:miter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61" name="椭圆 360">
            <a:extLst>
              <a:ext uri="{FF2B5EF4-FFF2-40B4-BE49-F238E27FC236}">
                <a16:creationId xmlns:a16="http://schemas.microsoft.com/office/drawing/2014/main" id="{F0B80210-01DE-A4B4-77C5-2CF53F5C926D}"/>
              </a:ext>
            </a:extLst>
          </p:cNvPr>
          <p:cNvSpPr/>
          <p:nvPr/>
        </p:nvSpPr>
        <p:spPr>
          <a:xfrm>
            <a:off x="4559319" y="3621144"/>
            <a:ext cx="174879" cy="174767"/>
          </a:xfrm>
          <a:prstGeom prst="ellipse">
            <a:avLst/>
          </a:prstGeom>
          <a:solidFill>
            <a:srgbClr val="FFFFFF"/>
          </a:solidFill>
          <a:ln w="9716" cap="flat">
            <a:solidFill>
              <a:srgbClr val="43A047"/>
            </a:solidFill>
            <a:prstDash val="solid"/>
            <a:miter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62" name="任意形状 361">
            <a:extLst>
              <a:ext uri="{FF2B5EF4-FFF2-40B4-BE49-F238E27FC236}">
                <a16:creationId xmlns:a16="http://schemas.microsoft.com/office/drawing/2014/main" id="{98F5A4CC-7031-66A0-0FAD-7B22FBB2E850}"/>
              </a:ext>
            </a:extLst>
          </p:cNvPr>
          <p:cNvSpPr/>
          <p:nvPr/>
        </p:nvSpPr>
        <p:spPr>
          <a:xfrm>
            <a:off x="4646759" y="3621144"/>
            <a:ext cx="87439" cy="87383"/>
          </a:xfrm>
          <a:custGeom>
            <a:avLst/>
            <a:gdLst>
              <a:gd name="csX0" fmla="*/ 0 w 87439"/>
              <a:gd name="csY0" fmla="*/ 87384 h 87383"/>
              <a:gd name="csX1" fmla="*/ 87440 w 87439"/>
              <a:gd name="csY1" fmla="*/ 87384 h 87383"/>
              <a:gd name="csX2" fmla="*/ 0 w 87439"/>
              <a:gd name="csY2" fmla="*/ 0 h 8738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87439" h="87383">
                <a:moveTo>
                  <a:pt x="0" y="87384"/>
                </a:moveTo>
                <a:lnTo>
                  <a:pt x="87440" y="87384"/>
                </a:lnTo>
                <a:cubicBezTo>
                  <a:pt x="39148" y="87384"/>
                  <a:pt x="0" y="48261"/>
                  <a:pt x="0" y="0"/>
                </a:cubicBezTo>
                <a:close/>
              </a:path>
            </a:pathLst>
          </a:custGeom>
          <a:solidFill>
            <a:srgbClr val="43A047">
              <a:alpha val="75000"/>
            </a:srgbClr>
          </a:solidFill>
          <a:ln w="4858" cap="flat">
            <a:noFill/>
            <a:prstDash val="solid"/>
            <a:miter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63" name="椭圆 362">
            <a:extLst>
              <a:ext uri="{FF2B5EF4-FFF2-40B4-BE49-F238E27FC236}">
                <a16:creationId xmlns:a16="http://schemas.microsoft.com/office/drawing/2014/main" id="{1B418C6F-A66C-DD8C-CC04-489E77699FCD}"/>
              </a:ext>
            </a:extLst>
          </p:cNvPr>
          <p:cNvSpPr/>
          <p:nvPr/>
        </p:nvSpPr>
        <p:spPr>
          <a:xfrm>
            <a:off x="4578750" y="3703673"/>
            <a:ext cx="68008" cy="67965"/>
          </a:xfrm>
          <a:prstGeom prst="ellipse">
            <a:avLst/>
          </a:prstGeom>
          <a:solidFill>
            <a:srgbClr val="1F5FBF"/>
          </a:solidFill>
          <a:ln w="4858" cap="flat">
            <a:noFill/>
            <a:prstDash val="solid"/>
            <a:miter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64" name="文本框 363">
            <a:extLst>
              <a:ext uri="{FF2B5EF4-FFF2-40B4-BE49-F238E27FC236}">
                <a16:creationId xmlns:a16="http://schemas.microsoft.com/office/drawing/2014/main" id="{DC02BE5B-4A94-5173-7B4F-07E0CB0250B2}"/>
              </a:ext>
            </a:extLst>
          </p:cNvPr>
          <p:cNvSpPr txBox="1"/>
          <p:nvPr/>
        </p:nvSpPr>
        <p:spPr>
          <a:xfrm>
            <a:off x="4468950" y="3469745"/>
            <a:ext cx="239031" cy="16194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975" spc="0" baseline="0">
                <a:ln/>
                <a:solidFill>
                  <a:srgbClr val="3F444A"/>
                </a:solidFill>
                <a:latin typeface="Arial"/>
                <a:cs typeface="Arial"/>
                <a:sym typeface="Arial"/>
                <a:rtl val="0"/>
              </a:rPr>
              <a:t>r1</a:t>
            </a:r>
          </a:p>
        </p:txBody>
      </p:sp>
      <p:sp>
        <p:nvSpPr>
          <p:cNvPr id="365" name="椭圆 364">
            <a:extLst>
              <a:ext uri="{FF2B5EF4-FFF2-40B4-BE49-F238E27FC236}">
                <a16:creationId xmlns:a16="http://schemas.microsoft.com/office/drawing/2014/main" id="{ECC31C87-0BA8-5D96-A75C-64F35925B9E3}"/>
              </a:ext>
            </a:extLst>
          </p:cNvPr>
          <p:cNvSpPr/>
          <p:nvPr/>
        </p:nvSpPr>
        <p:spPr>
          <a:xfrm>
            <a:off x="4257377" y="3989605"/>
            <a:ext cx="174879" cy="174767"/>
          </a:xfrm>
          <a:prstGeom prst="ellipse">
            <a:avLst/>
          </a:prstGeom>
          <a:solidFill>
            <a:srgbClr val="FFFFFF"/>
          </a:solidFill>
          <a:ln w="9716" cap="flat">
            <a:solidFill>
              <a:srgbClr val="43A047"/>
            </a:solidFill>
            <a:prstDash val="solid"/>
            <a:miter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66" name="任意形状 365">
            <a:extLst>
              <a:ext uri="{FF2B5EF4-FFF2-40B4-BE49-F238E27FC236}">
                <a16:creationId xmlns:a16="http://schemas.microsoft.com/office/drawing/2014/main" id="{368B1E8D-0847-FBC8-11E2-1B41FCE64F7C}"/>
              </a:ext>
            </a:extLst>
          </p:cNvPr>
          <p:cNvSpPr/>
          <p:nvPr/>
        </p:nvSpPr>
        <p:spPr>
          <a:xfrm>
            <a:off x="4344816" y="3989605"/>
            <a:ext cx="87439" cy="87383"/>
          </a:xfrm>
          <a:custGeom>
            <a:avLst/>
            <a:gdLst>
              <a:gd name="csX0" fmla="*/ 0 w 87439"/>
              <a:gd name="csY0" fmla="*/ 87384 h 87383"/>
              <a:gd name="csX1" fmla="*/ 87440 w 87439"/>
              <a:gd name="csY1" fmla="*/ 87384 h 87383"/>
              <a:gd name="csX2" fmla="*/ 0 w 87439"/>
              <a:gd name="csY2" fmla="*/ 0 h 8738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87439" h="87383">
                <a:moveTo>
                  <a:pt x="0" y="87384"/>
                </a:moveTo>
                <a:lnTo>
                  <a:pt x="87440" y="87384"/>
                </a:lnTo>
                <a:cubicBezTo>
                  <a:pt x="39148" y="87384"/>
                  <a:pt x="0" y="48261"/>
                  <a:pt x="0" y="0"/>
                </a:cubicBezTo>
                <a:close/>
              </a:path>
            </a:pathLst>
          </a:custGeom>
          <a:solidFill>
            <a:srgbClr val="43A047">
              <a:alpha val="75000"/>
            </a:srgbClr>
          </a:solidFill>
          <a:ln w="4858" cap="flat">
            <a:noFill/>
            <a:prstDash val="solid"/>
            <a:miter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67" name="椭圆 366">
            <a:extLst>
              <a:ext uri="{FF2B5EF4-FFF2-40B4-BE49-F238E27FC236}">
                <a16:creationId xmlns:a16="http://schemas.microsoft.com/office/drawing/2014/main" id="{A0F922DB-8789-D178-0EB1-A980C6D68DD9}"/>
              </a:ext>
            </a:extLst>
          </p:cNvPr>
          <p:cNvSpPr/>
          <p:nvPr/>
        </p:nvSpPr>
        <p:spPr>
          <a:xfrm>
            <a:off x="4276808" y="4072134"/>
            <a:ext cx="68008" cy="67965"/>
          </a:xfrm>
          <a:prstGeom prst="ellipse">
            <a:avLst/>
          </a:prstGeom>
          <a:solidFill>
            <a:srgbClr val="1F5FBF"/>
          </a:solidFill>
          <a:ln w="4858" cap="flat">
            <a:noFill/>
            <a:prstDash val="solid"/>
            <a:miter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68" name="文本框 367">
            <a:extLst>
              <a:ext uri="{FF2B5EF4-FFF2-40B4-BE49-F238E27FC236}">
                <a16:creationId xmlns:a16="http://schemas.microsoft.com/office/drawing/2014/main" id="{0874528B-5A87-8DD8-9FFD-7DE1B70DB127}"/>
              </a:ext>
            </a:extLst>
          </p:cNvPr>
          <p:cNvSpPr txBox="1"/>
          <p:nvPr/>
        </p:nvSpPr>
        <p:spPr>
          <a:xfrm>
            <a:off x="4167008" y="3838206"/>
            <a:ext cx="239031" cy="16194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975" spc="0" baseline="0">
                <a:ln/>
                <a:solidFill>
                  <a:srgbClr val="3F444A"/>
                </a:solidFill>
                <a:latin typeface="Arial"/>
                <a:cs typeface="Arial"/>
                <a:sym typeface="Arial"/>
                <a:rtl val="0"/>
              </a:rPr>
              <a:t>r2</a:t>
            </a:r>
          </a:p>
        </p:txBody>
      </p:sp>
      <p:sp>
        <p:nvSpPr>
          <p:cNvPr id="369" name="椭圆 368">
            <a:extLst>
              <a:ext uri="{FF2B5EF4-FFF2-40B4-BE49-F238E27FC236}">
                <a16:creationId xmlns:a16="http://schemas.microsoft.com/office/drawing/2014/main" id="{B0F44A1B-22E2-22A2-EA35-F527E7F17CFA}"/>
              </a:ext>
            </a:extLst>
          </p:cNvPr>
          <p:cNvSpPr/>
          <p:nvPr/>
        </p:nvSpPr>
        <p:spPr>
          <a:xfrm>
            <a:off x="3650236" y="4228235"/>
            <a:ext cx="174879" cy="174767"/>
          </a:xfrm>
          <a:prstGeom prst="ellipse">
            <a:avLst/>
          </a:prstGeom>
          <a:solidFill>
            <a:srgbClr val="FFFFFF"/>
          </a:solidFill>
          <a:ln w="9716" cap="flat">
            <a:solidFill>
              <a:srgbClr val="43A047"/>
            </a:solidFill>
            <a:prstDash val="solid"/>
            <a:miter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70" name="任意形状 369">
            <a:extLst>
              <a:ext uri="{FF2B5EF4-FFF2-40B4-BE49-F238E27FC236}">
                <a16:creationId xmlns:a16="http://schemas.microsoft.com/office/drawing/2014/main" id="{9A790EC7-B5EC-5BBF-E5F3-8266DDD639FF}"/>
              </a:ext>
            </a:extLst>
          </p:cNvPr>
          <p:cNvSpPr/>
          <p:nvPr/>
        </p:nvSpPr>
        <p:spPr>
          <a:xfrm>
            <a:off x="3737675" y="4228235"/>
            <a:ext cx="87439" cy="87383"/>
          </a:xfrm>
          <a:custGeom>
            <a:avLst/>
            <a:gdLst>
              <a:gd name="csX0" fmla="*/ 0 w 87439"/>
              <a:gd name="csY0" fmla="*/ 87384 h 87383"/>
              <a:gd name="csX1" fmla="*/ 87440 w 87439"/>
              <a:gd name="csY1" fmla="*/ 87384 h 87383"/>
              <a:gd name="csX2" fmla="*/ 0 w 87439"/>
              <a:gd name="csY2" fmla="*/ 0 h 8738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87439" h="87383">
                <a:moveTo>
                  <a:pt x="0" y="87384"/>
                </a:moveTo>
                <a:lnTo>
                  <a:pt x="87440" y="87384"/>
                </a:lnTo>
                <a:cubicBezTo>
                  <a:pt x="39148" y="87384"/>
                  <a:pt x="0" y="48261"/>
                  <a:pt x="0" y="0"/>
                </a:cubicBezTo>
                <a:close/>
              </a:path>
            </a:pathLst>
          </a:custGeom>
          <a:solidFill>
            <a:srgbClr val="43A047">
              <a:alpha val="75000"/>
            </a:srgbClr>
          </a:solidFill>
          <a:ln w="4858" cap="flat">
            <a:noFill/>
            <a:prstDash val="solid"/>
            <a:miter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71" name="椭圆 370">
            <a:extLst>
              <a:ext uri="{FF2B5EF4-FFF2-40B4-BE49-F238E27FC236}">
                <a16:creationId xmlns:a16="http://schemas.microsoft.com/office/drawing/2014/main" id="{4C04B4FE-E1EC-1832-FE9B-43CB7CE47FCE}"/>
              </a:ext>
            </a:extLst>
          </p:cNvPr>
          <p:cNvSpPr/>
          <p:nvPr/>
        </p:nvSpPr>
        <p:spPr>
          <a:xfrm>
            <a:off x="3669667" y="4310764"/>
            <a:ext cx="68008" cy="67965"/>
          </a:xfrm>
          <a:prstGeom prst="ellipse">
            <a:avLst/>
          </a:prstGeom>
          <a:solidFill>
            <a:srgbClr val="1F5FBF"/>
          </a:solidFill>
          <a:ln w="4858" cap="flat">
            <a:noFill/>
            <a:prstDash val="solid"/>
            <a:miter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72" name="文本框 371">
            <a:extLst>
              <a:ext uri="{FF2B5EF4-FFF2-40B4-BE49-F238E27FC236}">
                <a16:creationId xmlns:a16="http://schemas.microsoft.com/office/drawing/2014/main" id="{BCEDA4AD-7A19-0A33-266B-760ABDF1F33D}"/>
              </a:ext>
            </a:extLst>
          </p:cNvPr>
          <p:cNvSpPr txBox="1"/>
          <p:nvPr/>
        </p:nvSpPr>
        <p:spPr>
          <a:xfrm>
            <a:off x="3559867" y="4076836"/>
            <a:ext cx="239031" cy="16194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975" spc="0" baseline="0">
                <a:ln/>
                <a:solidFill>
                  <a:srgbClr val="3F444A"/>
                </a:solidFill>
                <a:latin typeface="Arial"/>
                <a:cs typeface="Arial"/>
                <a:sym typeface="Arial"/>
                <a:rtl val="0"/>
              </a:rPr>
              <a:t>r3</a:t>
            </a:r>
          </a:p>
        </p:txBody>
      </p:sp>
      <p:sp>
        <p:nvSpPr>
          <p:cNvPr id="373" name="椭圆 372">
            <a:extLst>
              <a:ext uri="{FF2B5EF4-FFF2-40B4-BE49-F238E27FC236}">
                <a16:creationId xmlns:a16="http://schemas.microsoft.com/office/drawing/2014/main" id="{2F09646F-20A6-CCA2-99DA-788D2486018E}"/>
              </a:ext>
            </a:extLst>
          </p:cNvPr>
          <p:cNvSpPr/>
          <p:nvPr/>
        </p:nvSpPr>
        <p:spPr>
          <a:xfrm>
            <a:off x="2900578" y="4273093"/>
            <a:ext cx="174879" cy="174767"/>
          </a:xfrm>
          <a:prstGeom prst="ellipse">
            <a:avLst/>
          </a:prstGeom>
          <a:solidFill>
            <a:srgbClr val="FFFFFF"/>
          </a:solidFill>
          <a:ln w="9716" cap="flat">
            <a:solidFill>
              <a:srgbClr val="43A047"/>
            </a:solidFill>
            <a:prstDash val="solid"/>
            <a:miter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74" name="任意形状 373">
            <a:extLst>
              <a:ext uri="{FF2B5EF4-FFF2-40B4-BE49-F238E27FC236}">
                <a16:creationId xmlns:a16="http://schemas.microsoft.com/office/drawing/2014/main" id="{9B3EE0BE-CDAB-E461-419E-E506F1524362}"/>
              </a:ext>
            </a:extLst>
          </p:cNvPr>
          <p:cNvSpPr/>
          <p:nvPr/>
        </p:nvSpPr>
        <p:spPr>
          <a:xfrm>
            <a:off x="2988018" y="4273093"/>
            <a:ext cx="87439" cy="87383"/>
          </a:xfrm>
          <a:custGeom>
            <a:avLst/>
            <a:gdLst>
              <a:gd name="csX0" fmla="*/ 0 w 87439"/>
              <a:gd name="csY0" fmla="*/ 87384 h 87383"/>
              <a:gd name="csX1" fmla="*/ 87440 w 87439"/>
              <a:gd name="csY1" fmla="*/ 87384 h 87383"/>
              <a:gd name="csX2" fmla="*/ 0 w 87439"/>
              <a:gd name="csY2" fmla="*/ 0 h 8738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87439" h="87383">
                <a:moveTo>
                  <a:pt x="0" y="87384"/>
                </a:moveTo>
                <a:lnTo>
                  <a:pt x="87440" y="87384"/>
                </a:lnTo>
                <a:cubicBezTo>
                  <a:pt x="39148" y="87384"/>
                  <a:pt x="0" y="48261"/>
                  <a:pt x="0" y="0"/>
                </a:cubicBezTo>
                <a:close/>
              </a:path>
            </a:pathLst>
          </a:custGeom>
          <a:solidFill>
            <a:srgbClr val="43A047">
              <a:alpha val="75000"/>
            </a:srgbClr>
          </a:solidFill>
          <a:ln w="4858" cap="flat">
            <a:noFill/>
            <a:prstDash val="solid"/>
            <a:miter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75" name="椭圆 374">
            <a:extLst>
              <a:ext uri="{FF2B5EF4-FFF2-40B4-BE49-F238E27FC236}">
                <a16:creationId xmlns:a16="http://schemas.microsoft.com/office/drawing/2014/main" id="{55DBEA99-492A-C1E7-6DF7-26390DFC906D}"/>
              </a:ext>
            </a:extLst>
          </p:cNvPr>
          <p:cNvSpPr/>
          <p:nvPr/>
        </p:nvSpPr>
        <p:spPr>
          <a:xfrm>
            <a:off x="2920009" y="4355622"/>
            <a:ext cx="68008" cy="67965"/>
          </a:xfrm>
          <a:prstGeom prst="ellipse">
            <a:avLst/>
          </a:prstGeom>
          <a:solidFill>
            <a:srgbClr val="1F5FBF"/>
          </a:solidFill>
          <a:ln w="4858" cap="flat">
            <a:noFill/>
            <a:prstDash val="solid"/>
            <a:miter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76" name="文本框 375">
            <a:extLst>
              <a:ext uri="{FF2B5EF4-FFF2-40B4-BE49-F238E27FC236}">
                <a16:creationId xmlns:a16="http://schemas.microsoft.com/office/drawing/2014/main" id="{6474DC4A-F904-664E-E39A-8B25A75E39A1}"/>
              </a:ext>
            </a:extLst>
          </p:cNvPr>
          <p:cNvSpPr txBox="1"/>
          <p:nvPr/>
        </p:nvSpPr>
        <p:spPr>
          <a:xfrm>
            <a:off x="2810209" y="4121694"/>
            <a:ext cx="239031" cy="16194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975" spc="0" baseline="0">
                <a:ln/>
                <a:solidFill>
                  <a:srgbClr val="3F444A"/>
                </a:solidFill>
                <a:latin typeface="Arial"/>
                <a:cs typeface="Arial"/>
                <a:sym typeface="Arial"/>
                <a:rtl val="0"/>
              </a:rPr>
              <a:t>r4</a:t>
            </a:r>
          </a:p>
        </p:txBody>
      </p:sp>
      <p:sp>
        <p:nvSpPr>
          <p:cNvPr id="377" name="椭圆 376">
            <a:extLst>
              <a:ext uri="{FF2B5EF4-FFF2-40B4-BE49-F238E27FC236}">
                <a16:creationId xmlns:a16="http://schemas.microsoft.com/office/drawing/2014/main" id="{D2A4D9E0-F104-456F-A3DE-9E7EE1BA2121}"/>
              </a:ext>
            </a:extLst>
          </p:cNvPr>
          <p:cNvSpPr/>
          <p:nvPr/>
        </p:nvSpPr>
        <p:spPr>
          <a:xfrm>
            <a:off x="2209275" y="4112159"/>
            <a:ext cx="174879" cy="174767"/>
          </a:xfrm>
          <a:prstGeom prst="ellipse">
            <a:avLst/>
          </a:prstGeom>
          <a:solidFill>
            <a:srgbClr val="FFFFFF"/>
          </a:solidFill>
          <a:ln w="9716" cap="flat">
            <a:solidFill>
              <a:srgbClr val="43A047"/>
            </a:solidFill>
            <a:prstDash val="solid"/>
            <a:miter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78" name="任意形状 377">
            <a:extLst>
              <a:ext uri="{FF2B5EF4-FFF2-40B4-BE49-F238E27FC236}">
                <a16:creationId xmlns:a16="http://schemas.microsoft.com/office/drawing/2014/main" id="{357C8EAF-7B16-6BA0-7858-BFB26B2087A1}"/>
              </a:ext>
            </a:extLst>
          </p:cNvPr>
          <p:cNvSpPr/>
          <p:nvPr/>
        </p:nvSpPr>
        <p:spPr>
          <a:xfrm>
            <a:off x="2296714" y="4112159"/>
            <a:ext cx="87439" cy="87383"/>
          </a:xfrm>
          <a:custGeom>
            <a:avLst/>
            <a:gdLst>
              <a:gd name="csX0" fmla="*/ 0 w 87439"/>
              <a:gd name="csY0" fmla="*/ 87384 h 87383"/>
              <a:gd name="csX1" fmla="*/ 87440 w 87439"/>
              <a:gd name="csY1" fmla="*/ 87384 h 87383"/>
              <a:gd name="csX2" fmla="*/ 0 w 87439"/>
              <a:gd name="csY2" fmla="*/ 0 h 8738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87439" h="87383">
                <a:moveTo>
                  <a:pt x="0" y="87384"/>
                </a:moveTo>
                <a:lnTo>
                  <a:pt x="87440" y="87384"/>
                </a:lnTo>
                <a:cubicBezTo>
                  <a:pt x="39148" y="87384"/>
                  <a:pt x="0" y="48261"/>
                  <a:pt x="0" y="0"/>
                </a:cubicBezTo>
                <a:close/>
              </a:path>
            </a:pathLst>
          </a:custGeom>
          <a:solidFill>
            <a:srgbClr val="43A047">
              <a:alpha val="75000"/>
            </a:srgbClr>
          </a:solidFill>
          <a:ln w="4858" cap="flat">
            <a:noFill/>
            <a:prstDash val="solid"/>
            <a:miter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79" name="椭圆 378">
            <a:extLst>
              <a:ext uri="{FF2B5EF4-FFF2-40B4-BE49-F238E27FC236}">
                <a16:creationId xmlns:a16="http://schemas.microsoft.com/office/drawing/2014/main" id="{7A8EC7C2-F761-26A3-8971-E0E8F1C59523}"/>
              </a:ext>
            </a:extLst>
          </p:cNvPr>
          <p:cNvSpPr/>
          <p:nvPr/>
        </p:nvSpPr>
        <p:spPr>
          <a:xfrm>
            <a:off x="2228706" y="4194688"/>
            <a:ext cx="68008" cy="67965"/>
          </a:xfrm>
          <a:prstGeom prst="ellipse">
            <a:avLst/>
          </a:prstGeom>
          <a:solidFill>
            <a:srgbClr val="1F5FBF"/>
          </a:solidFill>
          <a:ln w="4858" cap="flat">
            <a:noFill/>
            <a:prstDash val="solid"/>
            <a:miter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80" name="文本框 379">
            <a:extLst>
              <a:ext uri="{FF2B5EF4-FFF2-40B4-BE49-F238E27FC236}">
                <a16:creationId xmlns:a16="http://schemas.microsoft.com/office/drawing/2014/main" id="{C63668F9-B82A-2498-C5E4-CF10A00D8C49}"/>
              </a:ext>
            </a:extLst>
          </p:cNvPr>
          <p:cNvSpPr txBox="1"/>
          <p:nvPr/>
        </p:nvSpPr>
        <p:spPr>
          <a:xfrm>
            <a:off x="2118906" y="3960760"/>
            <a:ext cx="239031" cy="16194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975" spc="0" baseline="0">
                <a:ln/>
                <a:solidFill>
                  <a:srgbClr val="3F444A"/>
                </a:solidFill>
                <a:latin typeface="Arial"/>
                <a:cs typeface="Arial"/>
                <a:sym typeface="Arial"/>
                <a:rtl val="0"/>
              </a:rPr>
              <a:t>r5</a:t>
            </a:r>
          </a:p>
        </p:txBody>
      </p:sp>
      <p:sp>
        <p:nvSpPr>
          <p:cNvPr id="381" name="椭圆 380">
            <a:extLst>
              <a:ext uri="{FF2B5EF4-FFF2-40B4-BE49-F238E27FC236}">
                <a16:creationId xmlns:a16="http://schemas.microsoft.com/office/drawing/2014/main" id="{0F8B07FD-C4D8-E75C-D4DF-AF5DB5791032}"/>
              </a:ext>
            </a:extLst>
          </p:cNvPr>
          <p:cNvSpPr/>
          <p:nvPr/>
        </p:nvSpPr>
        <p:spPr>
          <a:xfrm>
            <a:off x="1761560" y="3788556"/>
            <a:ext cx="174879" cy="174767"/>
          </a:xfrm>
          <a:prstGeom prst="ellipse">
            <a:avLst/>
          </a:prstGeom>
          <a:solidFill>
            <a:srgbClr val="FFFFFF"/>
          </a:solidFill>
          <a:ln w="9716" cap="flat">
            <a:solidFill>
              <a:srgbClr val="43A047"/>
            </a:solidFill>
            <a:prstDash val="solid"/>
            <a:miter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82" name="任意形状 381">
            <a:extLst>
              <a:ext uri="{FF2B5EF4-FFF2-40B4-BE49-F238E27FC236}">
                <a16:creationId xmlns:a16="http://schemas.microsoft.com/office/drawing/2014/main" id="{5576581E-E0E8-5C51-F71F-F8AF5AC286D0}"/>
              </a:ext>
            </a:extLst>
          </p:cNvPr>
          <p:cNvSpPr/>
          <p:nvPr/>
        </p:nvSpPr>
        <p:spPr>
          <a:xfrm>
            <a:off x="1848999" y="3788556"/>
            <a:ext cx="87439" cy="87383"/>
          </a:xfrm>
          <a:custGeom>
            <a:avLst/>
            <a:gdLst>
              <a:gd name="csX0" fmla="*/ 0 w 87439"/>
              <a:gd name="csY0" fmla="*/ 87384 h 87383"/>
              <a:gd name="csX1" fmla="*/ 87440 w 87439"/>
              <a:gd name="csY1" fmla="*/ 87384 h 87383"/>
              <a:gd name="csX2" fmla="*/ 0 w 87439"/>
              <a:gd name="csY2" fmla="*/ 0 h 8738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87439" h="87383">
                <a:moveTo>
                  <a:pt x="0" y="87384"/>
                </a:moveTo>
                <a:lnTo>
                  <a:pt x="87440" y="87384"/>
                </a:lnTo>
                <a:cubicBezTo>
                  <a:pt x="39148" y="87384"/>
                  <a:pt x="0" y="48261"/>
                  <a:pt x="0" y="0"/>
                </a:cubicBezTo>
                <a:close/>
              </a:path>
            </a:pathLst>
          </a:custGeom>
          <a:solidFill>
            <a:srgbClr val="43A047">
              <a:alpha val="75000"/>
            </a:srgbClr>
          </a:solidFill>
          <a:ln w="4858" cap="flat">
            <a:noFill/>
            <a:prstDash val="solid"/>
            <a:miter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83" name="椭圆 382">
            <a:extLst>
              <a:ext uri="{FF2B5EF4-FFF2-40B4-BE49-F238E27FC236}">
                <a16:creationId xmlns:a16="http://schemas.microsoft.com/office/drawing/2014/main" id="{DDBD46CE-40E9-5DF6-B38C-5621E1FA7ACF}"/>
              </a:ext>
            </a:extLst>
          </p:cNvPr>
          <p:cNvSpPr/>
          <p:nvPr/>
        </p:nvSpPr>
        <p:spPr>
          <a:xfrm>
            <a:off x="1780991" y="3871085"/>
            <a:ext cx="68008" cy="67965"/>
          </a:xfrm>
          <a:prstGeom prst="ellipse">
            <a:avLst/>
          </a:prstGeom>
          <a:solidFill>
            <a:srgbClr val="1F5FBF"/>
          </a:solidFill>
          <a:ln w="4858" cap="flat">
            <a:noFill/>
            <a:prstDash val="solid"/>
            <a:miter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84" name="文本框 383">
            <a:extLst>
              <a:ext uri="{FF2B5EF4-FFF2-40B4-BE49-F238E27FC236}">
                <a16:creationId xmlns:a16="http://schemas.microsoft.com/office/drawing/2014/main" id="{A8E4014F-9D0A-03E0-7495-F818F06210EF}"/>
              </a:ext>
            </a:extLst>
          </p:cNvPr>
          <p:cNvSpPr txBox="1"/>
          <p:nvPr/>
        </p:nvSpPr>
        <p:spPr>
          <a:xfrm>
            <a:off x="1671191" y="3637157"/>
            <a:ext cx="239031" cy="16194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975" spc="0" baseline="0">
                <a:ln/>
                <a:solidFill>
                  <a:srgbClr val="3F444A"/>
                </a:solidFill>
                <a:latin typeface="Arial"/>
                <a:cs typeface="Arial"/>
                <a:sym typeface="Arial"/>
                <a:rtl val="0"/>
              </a:rPr>
              <a:t>r6</a:t>
            </a:r>
          </a:p>
        </p:txBody>
      </p:sp>
      <p:sp>
        <p:nvSpPr>
          <p:cNvPr id="385" name="椭圆 384">
            <a:extLst>
              <a:ext uri="{FF2B5EF4-FFF2-40B4-BE49-F238E27FC236}">
                <a16:creationId xmlns:a16="http://schemas.microsoft.com/office/drawing/2014/main" id="{D0BCCEA2-2B10-62F2-A0C6-096330C651D8}"/>
              </a:ext>
            </a:extLst>
          </p:cNvPr>
          <p:cNvSpPr/>
          <p:nvPr/>
        </p:nvSpPr>
        <p:spPr>
          <a:xfrm>
            <a:off x="1677397" y="3388993"/>
            <a:ext cx="174879" cy="174767"/>
          </a:xfrm>
          <a:prstGeom prst="ellipse">
            <a:avLst/>
          </a:prstGeom>
          <a:solidFill>
            <a:srgbClr val="FFFFFF"/>
          </a:solidFill>
          <a:ln w="9716" cap="flat">
            <a:solidFill>
              <a:srgbClr val="43A047"/>
            </a:solidFill>
            <a:prstDash val="solid"/>
            <a:miter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86" name="任意形状 385">
            <a:extLst>
              <a:ext uri="{FF2B5EF4-FFF2-40B4-BE49-F238E27FC236}">
                <a16:creationId xmlns:a16="http://schemas.microsoft.com/office/drawing/2014/main" id="{6BAFEC12-4FC8-2430-D5FA-34D5C40026C3}"/>
              </a:ext>
            </a:extLst>
          </p:cNvPr>
          <p:cNvSpPr/>
          <p:nvPr/>
        </p:nvSpPr>
        <p:spPr>
          <a:xfrm>
            <a:off x="1764837" y="3388993"/>
            <a:ext cx="87439" cy="87383"/>
          </a:xfrm>
          <a:custGeom>
            <a:avLst/>
            <a:gdLst>
              <a:gd name="csX0" fmla="*/ 0 w 87439"/>
              <a:gd name="csY0" fmla="*/ 87384 h 87383"/>
              <a:gd name="csX1" fmla="*/ 87440 w 87439"/>
              <a:gd name="csY1" fmla="*/ 87384 h 87383"/>
              <a:gd name="csX2" fmla="*/ 0 w 87439"/>
              <a:gd name="csY2" fmla="*/ 0 h 8738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87439" h="87383">
                <a:moveTo>
                  <a:pt x="0" y="87384"/>
                </a:moveTo>
                <a:lnTo>
                  <a:pt x="87440" y="87384"/>
                </a:lnTo>
                <a:cubicBezTo>
                  <a:pt x="39148" y="87384"/>
                  <a:pt x="0" y="48261"/>
                  <a:pt x="0" y="0"/>
                </a:cubicBezTo>
                <a:close/>
              </a:path>
            </a:pathLst>
          </a:custGeom>
          <a:solidFill>
            <a:srgbClr val="43A047">
              <a:alpha val="75000"/>
            </a:srgbClr>
          </a:solidFill>
          <a:ln w="4858" cap="flat">
            <a:noFill/>
            <a:prstDash val="solid"/>
            <a:miter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87" name="椭圆 386">
            <a:extLst>
              <a:ext uri="{FF2B5EF4-FFF2-40B4-BE49-F238E27FC236}">
                <a16:creationId xmlns:a16="http://schemas.microsoft.com/office/drawing/2014/main" id="{6C3FD45A-A5D1-F520-5C25-86529BBC016D}"/>
              </a:ext>
            </a:extLst>
          </p:cNvPr>
          <p:cNvSpPr/>
          <p:nvPr/>
        </p:nvSpPr>
        <p:spPr>
          <a:xfrm>
            <a:off x="1696828" y="3471522"/>
            <a:ext cx="68008" cy="67965"/>
          </a:xfrm>
          <a:prstGeom prst="ellipse">
            <a:avLst/>
          </a:prstGeom>
          <a:solidFill>
            <a:srgbClr val="1F5FBF"/>
          </a:solidFill>
          <a:ln w="4858" cap="flat">
            <a:noFill/>
            <a:prstDash val="solid"/>
            <a:miter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88" name="文本框 387">
            <a:extLst>
              <a:ext uri="{FF2B5EF4-FFF2-40B4-BE49-F238E27FC236}">
                <a16:creationId xmlns:a16="http://schemas.microsoft.com/office/drawing/2014/main" id="{C40762B2-1D57-63B6-94CD-4F4380584441}"/>
              </a:ext>
            </a:extLst>
          </p:cNvPr>
          <p:cNvSpPr txBox="1"/>
          <p:nvPr/>
        </p:nvSpPr>
        <p:spPr>
          <a:xfrm>
            <a:off x="1587028" y="3237594"/>
            <a:ext cx="239031" cy="16194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975" spc="0" baseline="0">
                <a:ln/>
                <a:solidFill>
                  <a:srgbClr val="3F444A"/>
                </a:solidFill>
                <a:latin typeface="Arial"/>
                <a:cs typeface="Arial"/>
                <a:sym typeface="Arial"/>
                <a:rtl val="0"/>
              </a:rPr>
              <a:t>r7</a:t>
            </a:r>
          </a:p>
        </p:txBody>
      </p:sp>
      <p:sp>
        <p:nvSpPr>
          <p:cNvPr id="389" name="椭圆 388">
            <a:extLst>
              <a:ext uri="{FF2B5EF4-FFF2-40B4-BE49-F238E27FC236}">
                <a16:creationId xmlns:a16="http://schemas.microsoft.com/office/drawing/2014/main" id="{A91ED8F9-9AFF-4A4C-6F76-0F0A8D2466E7}"/>
              </a:ext>
            </a:extLst>
          </p:cNvPr>
          <p:cNvSpPr/>
          <p:nvPr/>
        </p:nvSpPr>
        <p:spPr>
          <a:xfrm>
            <a:off x="1979340" y="3020532"/>
            <a:ext cx="174879" cy="174767"/>
          </a:xfrm>
          <a:prstGeom prst="ellipse">
            <a:avLst/>
          </a:prstGeom>
          <a:solidFill>
            <a:srgbClr val="FFFFFF"/>
          </a:solidFill>
          <a:ln w="9716" cap="flat">
            <a:solidFill>
              <a:srgbClr val="43A047"/>
            </a:solidFill>
            <a:prstDash val="solid"/>
            <a:miter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90" name="任意形状 389">
            <a:extLst>
              <a:ext uri="{FF2B5EF4-FFF2-40B4-BE49-F238E27FC236}">
                <a16:creationId xmlns:a16="http://schemas.microsoft.com/office/drawing/2014/main" id="{9CA342C5-5E48-3131-A5FC-81505D8317D4}"/>
              </a:ext>
            </a:extLst>
          </p:cNvPr>
          <p:cNvSpPr/>
          <p:nvPr/>
        </p:nvSpPr>
        <p:spPr>
          <a:xfrm>
            <a:off x="2066779" y="3020531"/>
            <a:ext cx="87439" cy="87383"/>
          </a:xfrm>
          <a:custGeom>
            <a:avLst/>
            <a:gdLst>
              <a:gd name="csX0" fmla="*/ 0 w 87439"/>
              <a:gd name="csY0" fmla="*/ 87384 h 87383"/>
              <a:gd name="csX1" fmla="*/ 87440 w 87439"/>
              <a:gd name="csY1" fmla="*/ 87384 h 87383"/>
              <a:gd name="csX2" fmla="*/ 0 w 87439"/>
              <a:gd name="csY2" fmla="*/ 0 h 8738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87439" h="87383">
                <a:moveTo>
                  <a:pt x="0" y="87384"/>
                </a:moveTo>
                <a:lnTo>
                  <a:pt x="87440" y="87384"/>
                </a:lnTo>
                <a:cubicBezTo>
                  <a:pt x="39148" y="87384"/>
                  <a:pt x="0" y="48261"/>
                  <a:pt x="0" y="0"/>
                </a:cubicBezTo>
                <a:close/>
              </a:path>
            </a:pathLst>
          </a:custGeom>
          <a:solidFill>
            <a:srgbClr val="43A047">
              <a:alpha val="75000"/>
            </a:srgbClr>
          </a:solidFill>
          <a:ln w="4858" cap="flat">
            <a:noFill/>
            <a:prstDash val="solid"/>
            <a:miter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91" name="椭圆 390">
            <a:extLst>
              <a:ext uri="{FF2B5EF4-FFF2-40B4-BE49-F238E27FC236}">
                <a16:creationId xmlns:a16="http://schemas.microsoft.com/office/drawing/2014/main" id="{069E30D6-585A-DA28-74C6-6C26C665AD6F}"/>
              </a:ext>
            </a:extLst>
          </p:cNvPr>
          <p:cNvSpPr/>
          <p:nvPr/>
        </p:nvSpPr>
        <p:spPr>
          <a:xfrm>
            <a:off x="1998771" y="3103061"/>
            <a:ext cx="68008" cy="67965"/>
          </a:xfrm>
          <a:prstGeom prst="ellipse">
            <a:avLst/>
          </a:prstGeom>
          <a:solidFill>
            <a:srgbClr val="1F5FBF"/>
          </a:solidFill>
          <a:ln w="4858" cap="flat">
            <a:noFill/>
            <a:prstDash val="solid"/>
            <a:miter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92" name="文本框 391">
            <a:extLst>
              <a:ext uri="{FF2B5EF4-FFF2-40B4-BE49-F238E27FC236}">
                <a16:creationId xmlns:a16="http://schemas.microsoft.com/office/drawing/2014/main" id="{81052B4C-372F-295F-0867-9018F10A8F61}"/>
              </a:ext>
            </a:extLst>
          </p:cNvPr>
          <p:cNvSpPr txBox="1"/>
          <p:nvPr/>
        </p:nvSpPr>
        <p:spPr>
          <a:xfrm>
            <a:off x="1888970" y="2869132"/>
            <a:ext cx="239031" cy="16194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975" spc="0" baseline="0">
                <a:ln/>
                <a:solidFill>
                  <a:srgbClr val="3F444A"/>
                </a:solidFill>
                <a:latin typeface="Arial"/>
                <a:cs typeface="Arial"/>
                <a:sym typeface="Arial"/>
                <a:rtl val="0"/>
              </a:rPr>
              <a:t>r8</a:t>
            </a:r>
          </a:p>
        </p:txBody>
      </p:sp>
      <p:sp>
        <p:nvSpPr>
          <p:cNvPr id="393" name="椭圆 392">
            <a:extLst>
              <a:ext uri="{FF2B5EF4-FFF2-40B4-BE49-F238E27FC236}">
                <a16:creationId xmlns:a16="http://schemas.microsoft.com/office/drawing/2014/main" id="{B0EEACB9-1222-2D7B-EBE0-9E70D131EC95}"/>
              </a:ext>
            </a:extLst>
          </p:cNvPr>
          <p:cNvSpPr/>
          <p:nvPr/>
        </p:nvSpPr>
        <p:spPr>
          <a:xfrm>
            <a:off x="2586481" y="2781902"/>
            <a:ext cx="174879" cy="174767"/>
          </a:xfrm>
          <a:prstGeom prst="ellipse">
            <a:avLst/>
          </a:prstGeom>
          <a:solidFill>
            <a:srgbClr val="FFFFFF"/>
          </a:solidFill>
          <a:ln w="9716" cap="flat">
            <a:solidFill>
              <a:srgbClr val="43A047"/>
            </a:solidFill>
            <a:prstDash val="solid"/>
            <a:miter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94" name="任意形状 393">
            <a:extLst>
              <a:ext uri="{FF2B5EF4-FFF2-40B4-BE49-F238E27FC236}">
                <a16:creationId xmlns:a16="http://schemas.microsoft.com/office/drawing/2014/main" id="{BB320393-1CF8-AD7F-EE55-0210D16FF56C}"/>
              </a:ext>
            </a:extLst>
          </p:cNvPr>
          <p:cNvSpPr/>
          <p:nvPr/>
        </p:nvSpPr>
        <p:spPr>
          <a:xfrm>
            <a:off x="2673920" y="2781902"/>
            <a:ext cx="87439" cy="87383"/>
          </a:xfrm>
          <a:custGeom>
            <a:avLst/>
            <a:gdLst>
              <a:gd name="csX0" fmla="*/ 0 w 87439"/>
              <a:gd name="csY0" fmla="*/ 87384 h 87383"/>
              <a:gd name="csX1" fmla="*/ 87440 w 87439"/>
              <a:gd name="csY1" fmla="*/ 87384 h 87383"/>
              <a:gd name="csX2" fmla="*/ 0 w 87439"/>
              <a:gd name="csY2" fmla="*/ 0 h 8738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87439" h="87383">
                <a:moveTo>
                  <a:pt x="0" y="87384"/>
                </a:moveTo>
                <a:lnTo>
                  <a:pt x="87440" y="87384"/>
                </a:lnTo>
                <a:cubicBezTo>
                  <a:pt x="39148" y="87384"/>
                  <a:pt x="0" y="48261"/>
                  <a:pt x="0" y="0"/>
                </a:cubicBezTo>
                <a:close/>
              </a:path>
            </a:pathLst>
          </a:custGeom>
          <a:solidFill>
            <a:srgbClr val="43A047">
              <a:alpha val="75000"/>
            </a:srgbClr>
          </a:solidFill>
          <a:ln w="4858" cap="flat">
            <a:noFill/>
            <a:prstDash val="solid"/>
            <a:miter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95" name="椭圆 394">
            <a:extLst>
              <a:ext uri="{FF2B5EF4-FFF2-40B4-BE49-F238E27FC236}">
                <a16:creationId xmlns:a16="http://schemas.microsoft.com/office/drawing/2014/main" id="{E649CE65-A599-02CF-471E-AD535CF79A30}"/>
              </a:ext>
            </a:extLst>
          </p:cNvPr>
          <p:cNvSpPr/>
          <p:nvPr/>
        </p:nvSpPr>
        <p:spPr>
          <a:xfrm>
            <a:off x="2605912" y="2864431"/>
            <a:ext cx="68008" cy="67965"/>
          </a:xfrm>
          <a:prstGeom prst="ellipse">
            <a:avLst/>
          </a:prstGeom>
          <a:solidFill>
            <a:srgbClr val="1F5FBF"/>
          </a:solidFill>
          <a:ln w="4858" cap="flat">
            <a:noFill/>
            <a:prstDash val="solid"/>
            <a:miter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96" name="文本框 395">
            <a:extLst>
              <a:ext uri="{FF2B5EF4-FFF2-40B4-BE49-F238E27FC236}">
                <a16:creationId xmlns:a16="http://schemas.microsoft.com/office/drawing/2014/main" id="{3406A96D-F47C-B226-587A-8988FC70CCF3}"/>
              </a:ext>
            </a:extLst>
          </p:cNvPr>
          <p:cNvSpPr txBox="1"/>
          <p:nvPr/>
        </p:nvSpPr>
        <p:spPr>
          <a:xfrm>
            <a:off x="2496112" y="2630503"/>
            <a:ext cx="239031" cy="16194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975" spc="0" baseline="0">
                <a:ln/>
                <a:solidFill>
                  <a:srgbClr val="3F444A"/>
                </a:solidFill>
                <a:latin typeface="Arial"/>
                <a:cs typeface="Arial"/>
                <a:sym typeface="Arial"/>
                <a:rtl val="0"/>
              </a:rPr>
              <a:t>r9</a:t>
            </a:r>
          </a:p>
        </p:txBody>
      </p:sp>
      <p:sp>
        <p:nvSpPr>
          <p:cNvPr id="397" name="椭圆 396">
            <a:extLst>
              <a:ext uri="{FF2B5EF4-FFF2-40B4-BE49-F238E27FC236}">
                <a16:creationId xmlns:a16="http://schemas.microsoft.com/office/drawing/2014/main" id="{8B032008-FDF1-2A48-D83B-93601ABC3CAB}"/>
              </a:ext>
            </a:extLst>
          </p:cNvPr>
          <p:cNvSpPr/>
          <p:nvPr/>
        </p:nvSpPr>
        <p:spPr>
          <a:xfrm>
            <a:off x="3336138" y="2737044"/>
            <a:ext cx="174879" cy="174767"/>
          </a:xfrm>
          <a:prstGeom prst="ellipse">
            <a:avLst/>
          </a:prstGeom>
          <a:solidFill>
            <a:srgbClr val="FFFFFF"/>
          </a:solidFill>
          <a:ln w="9716" cap="flat">
            <a:solidFill>
              <a:srgbClr val="43A047"/>
            </a:solidFill>
            <a:prstDash val="solid"/>
            <a:miter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98" name="任意形状 397">
            <a:extLst>
              <a:ext uri="{FF2B5EF4-FFF2-40B4-BE49-F238E27FC236}">
                <a16:creationId xmlns:a16="http://schemas.microsoft.com/office/drawing/2014/main" id="{80C96604-E42B-8ECE-A484-B8EF3FB5130A}"/>
              </a:ext>
            </a:extLst>
          </p:cNvPr>
          <p:cNvSpPr/>
          <p:nvPr/>
        </p:nvSpPr>
        <p:spPr>
          <a:xfrm>
            <a:off x="3423578" y="2737044"/>
            <a:ext cx="87439" cy="87383"/>
          </a:xfrm>
          <a:custGeom>
            <a:avLst/>
            <a:gdLst>
              <a:gd name="csX0" fmla="*/ 0 w 87439"/>
              <a:gd name="csY0" fmla="*/ 87384 h 87383"/>
              <a:gd name="csX1" fmla="*/ 87440 w 87439"/>
              <a:gd name="csY1" fmla="*/ 87384 h 87383"/>
              <a:gd name="csX2" fmla="*/ 0 w 87439"/>
              <a:gd name="csY2" fmla="*/ 0 h 8738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87439" h="87383">
                <a:moveTo>
                  <a:pt x="0" y="87384"/>
                </a:moveTo>
                <a:lnTo>
                  <a:pt x="87440" y="87384"/>
                </a:lnTo>
                <a:cubicBezTo>
                  <a:pt x="39148" y="87384"/>
                  <a:pt x="0" y="48261"/>
                  <a:pt x="0" y="0"/>
                </a:cubicBezTo>
                <a:close/>
              </a:path>
            </a:pathLst>
          </a:custGeom>
          <a:solidFill>
            <a:srgbClr val="43A047">
              <a:alpha val="75000"/>
            </a:srgbClr>
          </a:solidFill>
          <a:ln w="4858" cap="flat">
            <a:noFill/>
            <a:prstDash val="solid"/>
            <a:miter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99" name="椭圆 398">
            <a:extLst>
              <a:ext uri="{FF2B5EF4-FFF2-40B4-BE49-F238E27FC236}">
                <a16:creationId xmlns:a16="http://schemas.microsoft.com/office/drawing/2014/main" id="{4E0D044C-9517-16F3-D8D9-B2C936A109D7}"/>
              </a:ext>
            </a:extLst>
          </p:cNvPr>
          <p:cNvSpPr/>
          <p:nvPr/>
        </p:nvSpPr>
        <p:spPr>
          <a:xfrm>
            <a:off x="3355569" y="2819573"/>
            <a:ext cx="68008" cy="67965"/>
          </a:xfrm>
          <a:prstGeom prst="ellipse">
            <a:avLst/>
          </a:prstGeom>
          <a:solidFill>
            <a:srgbClr val="1F5FBF"/>
          </a:solidFill>
          <a:ln w="4858" cap="flat">
            <a:noFill/>
            <a:prstDash val="solid"/>
            <a:miter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00" name="文本框 399">
            <a:extLst>
              <a:ext uri="{FF2B5EF4-FFF2-40B4-BE49-F238E27FC236}">
                <a16:creationId xmlns:a16="http://schemas.microsoft.com/office/drawing/2014/main" id="{68CB0924-7C95-FC02-F97C-9E2FC828EDD7}"/>
              </a:ext>
            </a:extLst>
          </p:cNvPr>
          <p:cNvSpPr txBox="1"/>
          <p:nvPr/>
        </p:nvSpPr>
        <p:spPr>
          <a:xfrm>
            <a:off x="3228208" y="2585645"/>
            <a:ext cx="274152" cy="16194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975" spc="0" baseline="0">
                <a:ln/>
                <a:solidFill>
                  <a:srgbClr val="3F444A"/>
                </a:solidFill>
                <a:latin typeface="Arial"/>
                <a:cs typeface="Arial"/>
                <a:sym typeface="Arial"/>
                <a:rtl val="0"/>
              </a:rPr>
              <a:t>r10</a:t>
            </a:r>
          </a:p>
        </p:txBody>
      </p:sp>
      <p:sp>
        <p:nvSpPr>
          <p:cNvPr id="401" name="椭圆 400">
            <a:extLst>
              <a:ext uri="{FF2B5EF4-FFF2-40B4-BE49-F238E27FC236}">
                <a16:creationId xmlns:a16="http://schemas.microsoft.com/office/drawing/2014/main" id="{1B8E0EA5-6315-86E6-826E-46F50D93682A}"/>
              </a:ext>
            </a:extLst>
          </p:cNvPr>
          <p:cNvSpPr/>
          <p:nvPr/>
        </p:nvSpPr>
        <p:spPr>
          <a:xfrm>
            <a:off x="4027442" y="2897977"/>
            <a:ext cx="174879" cy="174767"/>
          </a:xfrm>
          <a:prstGeom prst="ellipse">
            <a:avLst/>
          </a:prstGeom>
          <a:solidFill>
            <a:srgbClr val="FFFFFF"/>
          </a:solidFill>
          <a:ln w="9716" cap="flat">
            <a:solidFill>
              <a:srgbClr val="43A047"/>
            </a:solidFill>
            <a:prstDash val="solid"/>
            <a:miter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02" name="任意形状 401">
            <a:extLst>
              <a:ext uri="{FF2B5EF4-FFF2-40B4-BE49-F238E27FC236}">
                <a16:creationId xmlns:a16="http://schemas.microsoft.com/office/drawing/2014/main" id="{70655FA3-5C7D-BB9F-DD06-7C61BB3A42B7}"/>
              </a:ext>
            </a:extLst>
          </p:cNvPr>
          <p:cNvSpPr/>
          <p:nvPr/>
        </p:nvSpPr>
        <p:spPr>
          <a:xfrm>
            <a:off x="4114881" y="2897977"/>
            <a:ext cx="87439" cy="87383"/>
          </a:xfrm>
          <a:custGeom>
            <a:avLst/>
            <a:gdLst>
              <a:gd name="csX0" fmla="*/ 0 w 87439"/>
              <a:gd name="csY0" fmla="*/ 87384 h 87383"/>
              <a:gd name="csX1" fmla="*/ 87440 w 87439"/>
              <a:gd name="csY1" fmla="*/ 87384 h 87383"/>
              <a:gd name="csX2" fmla="*/ 0 w 87439"/>
              <a:gd name="csY2" fmla="*/ 0 h 8738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87439" h="87383">
                <a:moveTo>
                  <a:pt x="0" y="87384"/>
                </a:moveTo>
                <a:lnTo>
                  <a:pt x="87440" y="87384"/>
                </a:lnTo>
                <a:cubicBezTo>
                  <a:pt x="39148" y="87384"/>
                  <a:pt x="0" y="48261"/>
                  <a:pt x="0" y="0"/>
                </a:cubicBezTo>
                <a:close/>
              </a:path>
            </a:pathLst>
          </a:custGeom>
          <a:solidFill>
            <a:srgbClr val="43A047">
              <a:alpha val="75000"/>
            </a:srgbClr>
          </a:solidFill>
          <a:ln w="4858" cap="flat">
            <a:noFill/>
            <a:prstDash val="solid"/>
            <a:miter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03" name="椭圆 402">
            <a:extLst>
              <a:ext uri="{FF2B5EF4-FFF2-40B4-BE49-F238E27FC236}">
                <a16:creationId xmlns:a16="http://schemas.microsoft.com/office/drawing/2014/main" id="{DAFA3AD8-ADE9-EB4F-31CB-FB1F6DF028F9}"/>
              </a:ext>
            </a:extLst>
          </p:cNvPr>
          <p:cNvSpPr/>
          <p:nvPr/>
        </p:nvSpPr>
        <p:spPr>
          <a:xfrm>
            <a:off x="4046873" y="2980507"/>
            <a:ext cx="68008" cy="67965"/>
          </a:xfrm>
          <a:prstGeom prst="ellipse">
            <a:avLst/>
          </a:prstGeom>
          <a:solidFill>
            <a:srgbClr val="1F5FBF"/>
          </a:solidFill>
          <a:ln w="4858" cap="flat">
            <a:noFill/>
            <a:prstDash val="solid"/>
            <a:miter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04" name="文本框 403">
            <a:extLst>
              <a:ext uri="{FF2B5EF4-FFF2-40B4-BE49-F238E27FC236}">
                <a16:creationId xmlns:a16="http://schemas.microsoft.com/office/drawing/2014/main" id="{37A11A2D-E7A1-293F-026A-38D3C80BA212}"/>
              </a:ext>
            </a:extLst>
          </p:cNvPr>
          <p:cNvSpPr txBox="1"/>
          <p:nvPr/>
        </p:nvSpPr>
        <p:spPr>
          <a:xfrm>
            <a:off x="3921855" y="2746578"/>
            <a:ext cx="269465" cy="16194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975" spc="0" baseline="0">
                <a:ln/>
                <a:solidFill>
                  <a:srgbClr val="3F444A"/>
                </a:solidFill>
                <a:latin typeface="Arial"/>
                <a:cs typeface="Arial"/>
                <a:sym typeface="Arial"/>
                <a:rtl val="0"/>
              </a:rPr>
              <a:t>r11</a:t>
            </a:r>
          </a:p>
        </p:txBody>
      </p:sp>
      <p:sp>
        <p:nvSpPr>
          <p:cNvPr id="405" name="椭圆 404">
            <a:extLst>
              <a:ext uri="{FF2B5EF4-FFF2-40B4-BE49-F238E27FC236}">
                <a16:creationId xmlns:a16="http://schemas.microsoft.com/office/drawing/2014/main" id="{C857455D-9D0B-2E84-6759-2A204DCCD225}"/>
              </a:ext>
            </a:extLst>
          </p:cNvPr>
          <p:cNvSpPr/>
          <p:nvPr/>
        </p:nvSpPr>
        <p:spPr>
          <a:xfrm>
            <a:off x="4475157" y="3221580"/>
            <a:ext cx="174879" cy="174767"/>
          </a:xfrm>
          <a:prstGeom prst="ellipse">
            <a:avLst/>
          </a:prstGeom>
          <a:solidFill>
            <a:srgbClr val="FFFFFF"/>
          </a:solidFill>
          <a:ln w="9716" cap="flat">
            <a:solidFill>
              <a:srgbClr val="43A047"/>
            </a:solidFill>
            <a:prstDash val="solid"/>
            <a:miter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06" name="任意形状 405">
            <a:extLst>
              <a:ext uri="{FF2B5EF4-FFF2-40B4-BE49-F238E27FC236}">
                <a16:creationId xmlns:a16="http://schemas.microsoft.com/office/drawing/2014/main" id="{62E92C73-1E93-F293-C791-6489BD1F4417}"/>
              </a:ext>
            </a:extLst>
          </p:cNvPr>
          <p:cNvSpPr/>
          <p:nvPr/>
        </p:nvSpPr>
        <p:spPr>
          <a:xfrm>
            <a:off x="4562596" y="3221580"/>
            <a:ext cx="87439" cy="87383"/>
          </a:xfrm>
          <a:custGeom>
            <a:avLst/>
            <a:gdLst>
              <a:gd name="csX0" fmla="*/ 0 w 87439"/>
              <a:gd name="csY0" fmla="*/ 87384 h 87383"/>
              <a:gd name="csX1" fmla="*/ 87440 w 87439"/>
              <a:gd name="csY1" fmla="*/ 87384 h 87383"/>
              <a:gd name="csX2" fmla="*/ 0 w 87439"/>
              <a:gd name="csY2" fmla="*/ 0 h 8738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87439" h="87383">
                <a:moveTo>
                  <a:pt x="0" y="87384"/>
                </a:moveTo>
                <a:lnTo>
                  <a:pt x="87440" y="87384"/>
                </a:lnTo>
                <a:cubicBezTo>
                  <a:pt x="39148" y="87384"/>
                  <a:pt x="0" y="48261"/>
                  <a:pt x="0" y="0"/>
                </a:cubicBezTo>
                <a:close/>
              </a:path>
            </a:pathLst>
          </a:custGeom>
          <a:solidFill>
            <a:srgbClr val="43A047">
              <a:alpha val="75000"/>
            </a:srgbClr>
          </a:solidFill>
          <a:ln w="4858" cap="flat">
            <a:noFill/>
            <a:prstDash val="solid"/>
            <a:miter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07" name="椭圆 406">
            <a:extLst>
              <a:ext uri="{FF2B5EF4-FFF2-40B4-BE49-F238E27FC236}">
                <a16:creationId xmlns:a16="http://schemas.microsoft.com/office/drawing/2014/main" id="{B87F520A-3B94-5D62-0D5E-3BCBCE26BB9C}"/>
              </a:ext>
            </a:extLst>
          </p:cNvPr>
          <p:cNvSpPr/>
          <p:nvPr/>
        </p:nvSpPr>
        <p:spPr>
          <a:xfrm>
            <a:off x="4494588" y="3304110"/>
            <a:ext cx="68008" cy="67965"/>
          </a:xfrm>
          <a:prstGeom prst="ellipse">
            <a:avLst/>
          </a:prstGeom>
          <a:solidFill>
            <a:srgbClr val="1F5FBF"/>
          </a:solidFill>
          <a:ln w="4858" cap="flat">
            <a:noFill/>
            <a:prstDash val="solid"/>
            <a:miter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08" name="文本框 407">
            <a:extLst>
              <a:ext uri="{FF2B5EF4-FFF2-40B4-BE49-F238E27FC236}">
                <a16:creationId xmlns:a16="http://schemas.microsoft.com/office/drawing/2014/main" id="{545AAB0B-D710-74E0-45B5-0E0D4C078E28}"/>
              </a:ext>
            </a:extLst>
          </p:cNvPr>
          <p:cNvSpPr txBox="1"/>
          <p:nvPr/>
        </p:nvSpPr>
        <p:spPr>
          <a:xfrm>
            <a:off x="4367227" y="3070181"/>
            <a:ext cx="274152" cy="16194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975" spc="0" baseline="0">
                <a:ln/>
                <a:solidFill>
                  <a:srgbClr val="3F444A"/>
                </a:solidFill>
                <a:latin typeface="Arial"/>
                <a:cs typeface="Arial"/>
                <a:sym typeface="Arial"/>
                <a:rtl val="0"/>
              </a:rPr>
              <a:t>r12</a:t>
            </a:r>
          </a:p>
        </p:txBody>
      </p:sp>
      <p:sp>
        <p:nvSpPr>
          <p:cNvPr id="409" name="文本框 408">
            <a:extLst>
              <a:ext uri="{FF2B5EF4-FFF2-40B4-BE49-F238E27FC236}">
                <a16:creationId xmlns:a16="http://schemas.microsoft.com/office/drawing/2014/main" id="{02A2B761-7B6A-CCB0-30E8-95FEE21EDD6D}"/>
              </a:ext>
            </a:extLst>
          </p:cNvPr>
          <p:cNvSpPr txBox="1"/>
          <p:nvPr/>
        </p:nvSpPr>
        <p:spPr>
          <a:xfrm>
            <a:off x="2847182" y="2858493"/>
            <a:ext cx="265888" cy="16259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975" spc="0" baseline="0">
                <a:ln/>
                <a:solidFill>
                  <a:srgbClr val="3F444A"/>
                </a:solidFill>
                <a:latin typeface="Arial"/>
                <a:cs typeface="Arial"/>
                <a:sym typeface="Arial"/>
                <a:rtl val="0"/>
              </a:rPr>
              <a:t>c</a:t>
            </a:r>
            <a:r>
              <a:rPr lang="zh-CN" altLang="en-US" sz="975" spc="0" baseline="0">
                <a:ln/>
                <a:solidFill>
                  <a:srgbClr val="3F444A"/>
                </a:solidFill>
                <a:latin typeface="Cambria Math"/>
                <a:cs typeface="Arial"/>
                <a:sym typeface="Cambria Math"/>
                <a:rtl val="0"/>
              </a:rPr>
              <a:t>₁₂</a:t>
            </a:r>
          </a:p>
        </p:txBody>
      </p:sp>
      <p:sp>
        <p:nvSpPr>
          <p:cNvPr id="410" name="文本框 409">
            <a:extLst>
              <a:ext uri="{FF2B5EF4-FFF2-40B4-BE49-F238E27FC236}">
                <a16:creationId xmlns:a16="http://schemas.microsoft.com/office/drawing/2014/main" id="{A112DBAE-DF1D-11D6-20FE-20969951DAA2}"/>
              </a:ext>
            </a:extLst>
          </p:cNvPr>
          <p:cNvSpPr txBox="1"/>
          <p:nvPr/>
        </p:nvSpPr>
        <p:spPr>
          <a:xfrm>
            <a:off x="4013042" y="3528437"/>
            <a:ext cx="351425" cy="16194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975" spc="0" baseline="0">
                <a:ln/>
                <a:solidFill>
                  <a:srgbClr val="3F444A"/>
                </a:solidFill>
                <a:latin typeface="Arial"/>
                <a:cs typeface="Arial"/>
                <a:sym typeface="Arial"/>
                <a:rtl val="0"/>
              </a:rPr>
              <a:t>cᵢⱼ = ∞</a:t>
            </a:r>
          </a:p>
        </p:txBody>
      </p:sp>
      <p:sp>
        <p:nvSpPr>
          <p:cNvPr id="411" name="文本框 410">
            <a:extLst>
              <a:ext uri="{FF2B5EF4-FFF2-40B4-BE49-F238E27FC236}">
                <a16:creationId xmlns:a16="http://schemas.microsoft.com/office/drawing/2014/main" id="{A14AA075-56B7-E8A8-A303-DBC282C0C4E8}"/>
              </a:ext>
            </a:extLst>
          </p:cNvPr>
          <p:cNvSpPr txBox="1"/>
          <p:nvPr/>
        </p:nvSpPr>
        <p:spPr>
          <a:xfrm>
            <a:off x="1802765" y="3902246"/>
            <a:ext cx="291605" cy="16259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975" spc="0" baseline="0">
                <a:ln/>
                <a:solidFill>
                  <a:srgbClr val="3F444A"/>
                </a:solidFill>
                <a:latin typeface="Arial"/>
                <a:cs typeface="Arial"/>
                <a:sym typeface="Arial"/>
                <a:rtl val="0"/>
              </a:rPr>
              <a:t>c</a:t>
            </a:r>
            <a:r>
              <a:rPr lang="zh-CN" altLang="en-US" sz="975" spc="0" baseline="0">
                <a:ln/>
                <a:solidFill>
                  <a:srgbClr val="3F444A"/>
                </a:solidFill>
                <a:latin typeface="Cambria Math"/>
                <a:cs typeface="Arial"/>
                <a:sym typeface="Cambria Math"/>
                <a:rtl val="0"/>
              </a:rPr>
              <a:t>₉₁₀</a:t>
            </a:r>
          </a:p>
        </p:txBody>
      </p:sp>
      <p:sp>
        <p:nvSpPr>
          <p:cNvPr id="412" name="矩形 411">
            <a:extLst>
              <a:ext uri="{FF2B5EF4-FFF2-40B4-BE49-F238E27FC236}">
                <a16:creationId xmlns:a16="http://schemas.microsoft.com/office/drawing/2014/main" id="{A07A6640-0AAB-D266-172F-D87D4C67C4CA}"/>
              </a:ext>
            </a:extLst>
          </p:cNvPr>
          <p:cNvSpPr/>
          <p:nvPr/>
        </p:nvSpPr>
        <p:spPr>
          <a:xfrm>
            <a:off x="4250214" y="2912799"/>
            <a:ext cx="728662" cy="1019479"/>
          </a:xfrm>
          <a:prstGeom prst="rect">
            <a:avLst/>
          </a:prstGeom>
          <a:solidFill>
            <a:srgbClr val="FFFFFF"/>
          </a:solidFill>
          <a:ln w="6315" cap="flat">
            <a:solidFill>
              <a:srgbClr val="9AA3AD"/>
            </a:solidFill>
            <a:prstDash val="solid"/>
            <a:miter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13" name="任意形状 412">
            <a:extLst>
              <a:ext uri="{FF2B5EF4-FFF2-40B4-BE49-F238E27FC236}">
                <a16:creationId xmlns:a16="http://schemas.microsoft.com/office/drawing/2014/main" id="{E7196806-5470-9A30-9F86-68488D51C762}"/>
              </a:ext>
            </a:extLst>
          </p:cNvPr>
          <p:cNvSpPr/>
          <p:nvPr/>
        </p:nvSpPr>
        <p:spPr>
          <a:xfrm>
            <a:off x="4347369" y="3058439"/>
            <a:ext cx="291465" cy="4854"/>
          </a:xfrm>
          <a:custGeom>
            <a:avLst/>
            <a:gdLst>
              <a:gd name="csX0" fmla="*/ 0 w 291465"/>
              <a:gd name="csY0" fmla="*/ 0 h 4854"/>
              <a:gd name="csX1" fmla="*/ 291465 w 291465"/>
              <a:gd name="csY1" fmla="*/ 0 h 4854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291465" h="4854">
                <a:moveTo>
                  <a:pt x="0" y="0"/>
                </a:moveTo>
                <a:lnTo>
                  <a:pt x="291465" y="0"/>
                </a:lnTo>
              </a:path>
            </a:pathLst>
          </a:custGeom>
          <a:ln w="11659" cap="flat">
            <a:solidFill>
              <a:srgbClr val="1F5FBF"/>
            </a:solidFill>
            <a:prstDash val="solid"/>
            <a:miter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14" name="文本框 413">
            <a:extLst>
              <a:ext uri="{FF2B5EF4-FFF2-40B4-BE49-F238E27FC236}">
                <a16:creationId xmlns:a16="http://schemas.microsoft.com/office/drawing/2014/main" id="{ED11DF21-193E-DF46-CB02-3A25358AD284}"/>
              </a:ext>
            </a:extLst>
          </p:cNvPr>
          <p:cNvSpPr txBox="1"/>
          <p:nvPr/>
        </p:nvSpPr>
        <p:spPr>
          <a:xfrm>
            <a:off x="4595972" y="2993504"/>
            <a:ext cx="509518" cy="1510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825" spc="0" baseline="0">
                <a:ln/>
                <a:solidFill>
                  <a:srgbClr val="3F444A"/>
                </a:solidFill>
                <a:latin typeface="Arial"/>
                <a:cs typeface="Arial"/>
                <a:sym typeface="Arial"/>
                <a:rtl val="0"/>
              </a:rPr>
              <a:t>feasible HCW</a:t>
            </a:r>
          </a:p>
        </p:txBody>
      </p:sp>
      <p:sp>
        <p:nvSpPr>
          <p:cNvPr id="415" name="任意形状 414">
            <a:extLst>
              <a:ext uri="{FF2B5EF4-FFF2-40B4-BE49-F238E27FC236}">
                <a16:creationId xmlns:a16="http://schemas.microsoft.com/office/drawing/2014/main" id="{0827C932-6065-CC5C-E3B9-0D3BFA173500}"/>
              </a:ext>
            </a:extLst>
          </p:cNvPr>
          <p:cNvSpPr/>
          <p:nvPr/>
        </p:nvSpPr>
        <p:spPr>
          <a:xfrm>
            <a:off x="4347369" y="3252626"/>
            <a:ext cx="291465" cy="4854"/>
          </a:xfrm>
          <a:custGeom>
            <a:avLst/>
            <a:gdLst>
              <a:gd name="csX0" fmla="*/ 0 w 291465"/>
              <a:gd name="csY0" fmla="*/ 0 h 4854"/>
              <a:gd name="csX1" fmla="*/ 291465 w 291465"/>
              <a:gd name="csY1" fmla="*/ 0 h 4854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291465" h="4854">
                <a:moveTo>
                  <a:pt x="0" y="0"/>
                </a:moveTo>
                <a:lnTo>
                  <a:pt x="291465" y="0"/>
                </a:lnTo>
              </a:path>
            </a:pathLst>
          </a:custGeom>
          <a:ln w="9716" cap="flat">
            <a:solidFill>
              <a:srgbClr val="D32F2F"/>
            </a:solidFill>
            <a:prstDash val="dash"/>
            <a:miter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16" name="文本框 415">
            <a:extLst>
              <a:ext uri="{FF2B5EF4-FFF2-40B4-BE49-F238E27FC236}">
                <a16:creationId xmlns:a16="http://schemas.microsoft.com/office/drawing/2014/main" id="{65354C7F-37E3-B149-10F9-E2FD2FA1D59A}"/>
              </a:ext>
            </a:extLst>
          </p:cNvPr>
          <p:cNvSpPr txBox="1"/>
          <p:nvPr/>
        </p:nvSpPr>
        <p:spPr>
          <a:xfrm>
            <a:off x="4595972" y="3182836"/>
            <a:ext cx="640314" cy="1510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825" spc="0" baseline="0">
                <a:ln/>
                <a:solidFill>
                  <a:srgbClr val="3F444A"/>
                </a:solidFill>
                <a:latin typeface="Arial"/>
                <a:cs typeface="Arial"/>
                <a:sym typeface="Arial"/>
                <a:rtl val="0"/>
              </a:rPr>
              <a:t>infeasible/high-cost</a:t>
            </a:r>
          </a:p>
        </p:txBody>
      </p:sp>
      <p:sp>
        <p:nvSpPr>
          <p:cNvPr id="417" name="椭圆 416">
            <a:extLst>
              <a:ext uri="{FF2B5EF4-FFF2-40B4-BE49-F238E27FC236}">
                <a16:creationId xmlns:a16="http://schemas.microsoft.com/office/drawing/2014/main" id="{37150FAE-8B42-037F-5C1B-AECE42B83810}"/>
              </a:ext>
            </a:extLst>
          </p:cNvPr>
          <p:cNvSpPr/>
          <p:nvPr/>
        </p:nvSpPr>
        <p:spPr>
          <a:xfrm>
            <a:off x="4381373" y="3407975"/>
            <a:ext cx="174879" cy="174767"/>
          </a:xfrm>
          <a:prstGeom prst="ellipse">
            <a:avLst/>
          </a:prstGeom>
          <a:solidFill>
            <a:srgbClr val="FFFFFF"/>
          </a:solidFill>
          <a:ln w="9716" cap="flat">
            <a:solidFill>
              <a:srgbClr val="43A047"/>
            </a:solidFill>
            <a:prstDash val="solid"/>
            <a:miter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18" name="任意形状 417">
            <a:extLst>
              <a:ext uri="{FF2B5EF4-FFF2-40B4-BE49-F238E27FC236}">
                <a16:creationId xmlns:a16="http://schemas.microsoft.com/office/drawing/2014/main" id="{2A0302D8-CA18-01B2-06AA-16946298753F}"/>
              </a:ext>
            </a:extLst>
          </p:cNvPr>
          <p:cNvSpPr/>
          <p:nvPr/>
        </p:nvSpPr>
        <p:spPr>
          <a:xfrm>
            <a:off x="4468813" y="3407975"/>
            <a:ext cx="87439" cy="87383"/>
          </a:xfrm>
          <a:custGeom>
            <a:avLst/>
            <a:gdLst>
              <a:gd name="csX0" fmla="*/ 0 w 87439"/>
              <a:gd name="csY0" fmla="*/ 87384 h 87383"/>
              <a:gd name="csX1" fmla="*/ 87440 w 87439"/>
              <a:gd name="csY1" fmla="*/ 87384 h 87383"/>
              <a:gd name="csX2" fmla="*/ 0 w 87439"/>
              <a:gd name="csY2" fmla="*/ 0 h 8738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87439" h="87383">
                <a:moveTo>
                  <a:pt x="0" y="87384"/>
                </a:moveTo>
                <a:lnTo>
                  <a:pt x="87440" y="87384"/>
                </a:lnTo>
                <a:cubicBezTo>
                  <a:pt x="39148" y="87384"/>
                  <a:pt x="0" y="48261"/>
                  <a:pt x="0" y="0"/>
                </a:cubicBezTo>
                <a:close/>
              </a:path>
            </a:pathLst>
          </a:custGeom>
          <a:solidFill>
            <a:srgbClr val="43A047"/>
          </a:solidFill>
          <a:ln w="4858" cap="flat">
            <a:noFill/>
            <a:prstDash val="solid"/>
            <a:miter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19" name="文本框 418">
            <a:extLst>
              <a:ext uri="{FF2B5EF4-FFF2-40B4-BE49-F238E27FC236}">
                <a16:creationId xmlns:a16="http://schemas.microsoft.com/office/drawing/2014/main" id="{A6C60CEC-F5C7-7DB2-6741-F3A1CD932BED}"/>
              </a:ext>
            </a:extLst>
          </p:cNvPr>
          <p:cNvSpPr txBox="1"/>
          <p:nvPr/>
        </p:nvSpPr>
        <p:spPr>
          <a:xfrm>
            <a:off x="4595972" y="3420715"/>
            <a:ext cx="479930" cy="1510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825" spc="0" baseline="0">
                <a:ln/>
                <a:solidFill>
                  <a:srgbClr val="3F444A"/>
                </a:solidFill>
                <a:latin typeface="Arial"/>
                <a:cs typeface="Arial"/>
                <a:sym typeface="Arial"/>
                <a:rtl val="0"/>
              </a:rPr>
              <a:t>node reward</a:t>
            </a:r>
          </a:p>
        </p:txBody>
      </p:sp>
      <p:sp>
        <p:nvSpPr>
          <p:cNvPr id="420" name="文本框 419">
            <a:extLst>
              <a:ext uri="{FF2B5EF4-FFF2-40B4-BE49-F238E27FC236}">
                <a16:creationId xmlns:a16="http://schemas.microsoft.com/office/drawing/2014/main" id="{81D496FB-1654-786A-EBEC-A446D21BC3EB}"/>
              </a:ext>
            </a:extLst>
          </p:cNvPr>
          <p:cNvSpPr txBox="1"/>
          <p:nvPr/>
        </p:nvSpPr>
        <p:spPr>
          <a:xfrm>
            <a:off x="4595972" y="3508099"/>
            <a:ext cx="518572" cy="1510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825" spc="0" baseline="0">
                <a:ln/>
                <a:solidFill>
                  <a:srgbClr val="3F444A"/>
                </a:solidFill>
                <a:latin typeface="Arial"/>
                <a:cs typeface="Arial"/>
                <a:sym typeface="Arial"/>
                <a:rtl val="0"/>
              </a:rPr>
              <a:t>coverage gain</a:t>
            </a:r>
          </a:p>
        </p:txBody>
      </p:sp>
      <p:sp>
        <p:nvSpPr>
          <p:cNvPr id="421" name="矩形 420">
            <a:extLst>
              <a:ext uri="{FF2B5EF4-FFF2-40B4-BE49-F238E27FC236}">
                <a16:creationId xmlns:a16="http://schemas.microsoft.com/office/drawing/2014/main" id="{65619FA9-27DD-894F-C4A1-B556148D18AC}"/>
              </a:ext>
            </a:extLst>
          </p:cNvPr>
          <p:cNvSpPr/>
          <p:nvPr/>
        </p:nvSpPr>
        <p:spPr>
          <a:xfrm>
            <a:off x="5173187" y="2524426"/>
            <a:ext cx="3837622" cy="2233146"/>
          </a:xfrm>
          <a:prstGeom prst="rect">
            <a:avLst/>
          </a:prstGeom>
          <a:solidFill>
            <a:srgbClr val="FFFFFF"/>
          </a:solidFill>
          <a:ln w="7772" cap="flat">
            <a:solidFill>
              <a:srgbClr val="1F5FBF"/>
            </a:solidFill>
            <a:prstDash val="solid"/>
            <a:miter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22" name="文本框 421">
            <a:extLst>
              <a:ext uri="{FF2B5EF4-FFF2-40B4-BE49-F238E27FC236}">
                <a16:creationId xmlns:a16="http://schemas.microsoft.com/office/drawing/2014/main" id="{DFEEC1A9-55C4-B779-8C91-CEBC9E0741BD}"/>
              </a:ext>
            </a:extLst>
          </p:cNvPr>
          <p:cNvSpPr txBox="1"/>
          <p:nvPr/>
        </p:nvSpPr>
        <p:spPr>
          <a:xfrm>
            <a:off x="5169186" y="2508189"/>
            <a:ext cx="333728" cy="32465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3225" b="1" spc="0" baseline="0">
                <a:ln/>
                <a:solidFill>
                  <a:srgbClr val="0D2F6F"/>
                </a:solidFill>
                <a:latin typeface="Arial"/>
                <a:cs typeface="Arial"/>
                <a:sym typeface="Arial"/>
                <a:rtl val="0"/>
              </a:rPr>
              <a:t>D</a:t>
            </a:r>
          </a:p>
        </p:txBody>
      </p:sp>
      <p:sp>
        <p:nvSpPr>
          <p:cNvPr id="423" name="文本框 422">
            <a:extLst>
              <a:ext uri="{FF2B5EF4-FFF2-40B4-BE49-F238E27FC236}">
                <a16:creationId xmlns:a16="http://schemas.microsoft.com/office/drawing/2014/main" id="{1427EA3D-E64E-F8EE-D12C-087BE4B210BD}"/>
              </a:ext>
            </a:extLst>
          </p:cNvPr>
          <p:cNvSpPr txBox="1"/>
          <p:nvPr/>
        </p:nvSpPr>
        <p:spPr>
          <a:xfrm>
            <a:off x="5480082" y="2553313"/>
            <a:ext cx="2983735" cy="2270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1875" b="1" spc="0" baseline="0">
                <a:ln/>
                <a:solidFill>
                  <a:srgbClr val="0D2F6F"/>
                </a:solidFill>
                <a:latin typeface="Arial"/>
                <a:cs typeface="Arial"/>
                <a:sym typeface="Arial"/>
                <a:rtl val="0"/>
              </a:rPr>
              <a:t>Geometry-only versus dynamics-aware planning</a:t>
            </a:r>
          </a:p>
        </p:txBody>
      </p:sp>
      <p:sp>
        <p:nvSpPr>
          <p:cNvPr id="424" name="任意形状 423">
            <a:extLst>
              <a:ext uri="{FF2B5EF4-FFF2-40B4-BE49-F238E27FC236}">
                <a16:creationId xmlns:a16="http://schemas.microsoft.com/office/drawing/2014/main" id="{8FFE9C53-D498-294D-462E-23501974C7E4}"/>
              </a:ext>
            </a:extLst>
          </p:cNvPr>
          <p:cNvSpPr/>
          <p:nvPr/>
        </p:nvSpPr>
        <p:spPr>
          <a:xfrm>
            <a:off x="7091998" y="2767159"/>
            <a:ext cx="4857" cy="1771952"/>
          </a:xfrm>
          <a:custGeom>
            <a:avLst/>
            <a:gdLst>
              <a:gd name="csX0" fmla="*/ 0 w 4857"/>
              <a:gd name="csY0" fmla="*/ 0 h 1771952"/>
              <a:gd name="csX1" fmla="*/ 0 w 4857"/>
              <a:gd name="csY1" fmla="*/ 1771953 h 1771952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4857" h="1771952">
                <a:moveTo>
                  <a:pt x="0" y="0"/>
                </a:moveTo>
                <a:lnTo>
                  <a:pt x="0" y="1771953"/>
                </a:lnTo>
              </a:path>
            </a:pathLst>
          </a:custGeom>
          <a:ln w="6315" cap="flat">
            <a:solidFill>
              <a:srgbClr val="AAAAAA"/>
            </a:solidFill>
            <a:custDash>
              <a:ds d="450000" sp="450000"/>
            </a:custDash>
            <a:miter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25" name="文本框 424">
            <a:extLst>
              <a:ext uri="{FF2B5EF4-FFF2-40B4-BE49-F238E27FC236}">
                <a16:creationId xmlns:a16="http://schemas.microsoft.com/office/drawing/2014/main" id="{FFD6FCCC-4401-0112-7E76-2227F6488FBF}"/>
              </a:ext>
            </a:extLst>
          </p:cNvPr>
          <p:cNvSpPr txBox="1"/>
          <p:nvPr/>
        </p:nvSpPr>
        <p:spPr>
          <a:xfrm>
            <a:off x="5232295" y="2688580"/>
            <a:ext cx="853332" cy="16194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975" spc="0" baseline="0">
                <a:ln/>
                <a:solidFill>
                  <a:srgbClr val="3F444A"/>
                </a:solidFill>
                <a:latin typeface="Arial"/>
                <a:cs typeface="Arial"/>
                <a:sym typeface="Arial"/>
                <a:rtl val="0"/>
              </a:rPr>
              <a:t>Geometry-only planning</a:t>
            </a:r>
          </a:p>
        </p:txBody>
      </p:sp>
      <p:sp>
        <p:nvSpPr>
          <p:cNvPr id="426" name="文本框 425">
            <a:extLst>
              <a:ext uri="{FF2B5EF4-FFF2-40B4-BE49-F238E27FC236}">
                <a16:creationId xmlns:a16="http://schemas.microsoft.com/office/drawing/2014/main" id="{8E837408-804F-F918-F136-5F6D69DCF730}"/>
              </a:ext>
            </a:extLst>
          </p:cNvPr>
          <p:cNvSpPr txBox="1"/>
          <p:nvPr/>
        </p:nvSpPr>
        <p:spPr>
          <a:xfrm>
            <a:off x="5244568" y="2775964"/>
            <a:ext cx="828787" cy="161946"/>
          </a:xfrm>
          <a:prstGeom prst="rect">
            <a:avLst/>
          </a:prstGeom>
          <a:noFill/>
        </p:spPr>
        <p:txBody>
          <a:bodyPr wrap="none" rtlCol="0" anchor="b">
            <a:spAutoFit/>
          </a:bodyPr>
          <a:lstStyle/>
          <a:p>
            <a:pPr algn="l"/>
            <a:r>
              <a:rPr lang="zh-CN" altLang="en-US" sz="1463" spc="0" baseline="92308">
                <a:ln/>
                <a:solidFill>
                  <a:srgbClr val="3F444A"/>
                </a:solidFill>
                <a:latin typeface="Arial"/>
                <a:cs typeface="Arial"/>
                <a:sym typeface="Arial"/>
                <a:rtl val="0"/>
              </a:rPr>
              <a:t>attractive but infeasible</a:t>
            </a:r>
          </a:p>
        </p:txBody>
      </p:sp>
      <p:sp>
        <p:nvSpPr>
          <p:cNvPr id="427" name="文本框 426">
            <a:extLst>
              <a:ext uri="{FF2B5EF4-FFF2-40B4-BE49-F238E27FC236}">
                <a16:creationId xmlns:a16="http://schemas.microsoft.com/office/drawing/2014/main" id="{1D6AAE00-3F48-3807-C435-E42BEEDD1C0C}"/>
              </a:ext>
            </a:extLst>
          </p:cNvPr>
          <p:cNvSpPr txBox="1"/>
          <p:nvPr/>
        </p:nvSpPr>
        <p:spPr>
          <a:xfrm>
            <a:off x="7817669" y="2688580"/>
            <a:ext cx="491757" cy="16194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975" spc="0" baseline="0">
                <a:ln/>
                <a:solidFill>
                  <a:srgbClr val="3F444A"/>
                </a:solidFill>
                <a:latin typeface="Arial"/>
                <a:cs typeface="Arial"/>
                <a:sym typeface="Arial"/>
                <a:rtl val="0"/>
              </a:rPr>
              <a:t>OrbInspect</a:t>
            </a:r>
          </a:p>
        </p:txBody>
      </p:sp>
      <p:sp>
        <p:nvSpPr>
          <p:cNvPr id="428" name="文本框 427">
            <a:extLst>
              <a:ext uri="{FF2B5EF4-FFF2-40B4-BE49-F238E27FC236}">
                <a16:creationId xmlns:a16="http://schemas.microsoft.com/office/drawing/2014/main" id="{8C6333DE-B685-2E4E-2BB8-8FF243832969}"/>
              </a:ext>
            </a:extLst>
          </p:cNvPr>
          <p:cNvSpPr txBox="1"/>
          <p:nvPr/>
        </p:nvSpPr>
        <p:spPr>
          <a:xfrm>
            <a:off x="7614063" y="2775964"/>
            <a:ext cx="898968" cy="161946"/>
          </a:xfrm>
          <a:prstGeom prst="rect">
            <a:avLst/>
          </a:prstGeom>
          <a:noFill/>
        </p:spPr>
        <p:txBody>
          <a:bodyPr wrap="none" rtlCol="0" anchor="b">
            <a:spAutoFit/>
          </a:bodyPr>
          <a:lstStyle/>
          <a:p>
            <a:pPr algn="l"/>
            <a:r>
              <a:rPr lang="zh-CN" altLang="en-US" sz="1463" spc="0" baseline="92308">
                <a:ln/>
                <a:solidFill>
                  <a:srgbClr val="3F444A"/>
                </a:solidFill>
                <a:latin typeface="Arial"/>
                <a:cs typeface="Arial"/>
                <a:sym typeface="Arial"/>
                <a:rtl val="0"/>
              </a:rPr>
              <a:t>dynamics-aware planning</a:t>
            </a:r>
          </a:p>
        </p:txBody>
      </p:sp>
      <p:pic>
        <p:nvPicPr>
          <p:cNvPr id="429" name="图片 428">
            <a:extLst>
              <a:ext uri="{FF2B5EF4-FFF2-40B4-BE49-F238E27FC236}">
                <a16:creationId xmlns:a16="http://schemas.microsoft.com/office/drawing/2014/main" id="{E37AAF4D-0081-F856-922D-626E5F4823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50009" y="3254422"/>
            <a:ext cx="1686607" cy="706571"/>
          </a:xfrm>
          <a:custGeom>
            <a:avLst/>
            <a:gdLst>
              <a:gd name="csX0" fmla="*/ -11 w 1686607"/>
              <a:gd name="csY0" fmla="*/ 315 h 706571"/>
              <a:gd name="csX1" fmla="*/ 1686596 w 1686607"/>
              <a:gd name="csY1" fmla="*/ 315 h 706571"/>
              <a:gd name="csX2" fmla="*/ 1686596 w 1686607"/>
              <a:gd name="csY2" fmla="*/ 706887 h 706571"/>
              <a:gd name="csX3" fmla="*/ -11 w 1686607"/>
              <a:gd name="csY3" fmla="*/ 706887 h 70657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1686607" h="706571">
                <a:moveTo>
                  <a:pt x="-11" y="315"/>
                </a:moveTo>
                <a:lnTo>
                  <a:pt x="1686596" y="315"/>
                </a:lnTo>
                <a:lnTo>
                  <a:pt x="1686596" y="706887"/>
                </a:lnTo>
                <a:lnTo>
                  <a:pt x="-11" y="706887"/>
                </a:lnTo>
                <a:close/>
              </a:path>
            </a:pathLst>
          </a:custGeom>
        </p:spPr>
      </p:pic>
      <p:sp>
        <p:nvSpPr>
          <p:cNvPr id="430" name="椭圆 429">
            <a:extLst>
              <a:ext uri="{FF2B5EF4-FFF2-40B4-BE49-F238E27FC236}">
                <a16:creationId xmlns:a16="http://schemas.microsoft.com/office/drawing/2014/main" id="{1D495DD3-B125-916C-A4DB-F8C3EECB89FD}"/>
              </a:ext>
            </a:extLst>
          </p:cNvPr>
          <p:cNvSpPr/>
          <p:nvPr/>
        </p:nvSpPr>
        <p:spPr>
          <a:xfrm>
            <a:off x="4978877" y="3155532"/>
            <a:ext cx="2428875" cy="922386"/>
          </a:xfrm>
          <a:prstGeom prst="ellipse">
            <a:avLst/>
          </a:prstGeom>
          <a:solidFill>
            <a:srgbClr val="1F5FBF">
              <a:alpha val="4000"/>
            </a:srgbClr>
          </a:solidFill>
          <a:ln w="4858" cap="flat">
            <a:solidFill>
              <a:srgbClr val="5B8FD8"/>
            </a:solidFill>
            <a:prstDash val="solid"/>
            <a:miter/>
          </a:ln>
        </p:spPr>
        <p:txBody>
          <a:bodyPr/>
          <a:lstStyle/>
          <a:p>
            <a:endParaRPr lang="zh-CN" altLang="en-US"/>
          </a:p>
        </p:txBody>
      </p:sp>
      <p:grpSp>
        <p:nvGrpSpPr>
          <p:cNvPr id="431" name="图形 159">
            <a:extLst>
              <a:ext uri="{FF2B5EF4-FFF2-40B4-BE49-F238E27FC236}">
                <a16:creationId xmlns:a16="http://schemas.microsoft.com/office/drawing/2014/main" id="{89164234-13F4-F66A-5882-5A5890052E56}"/>
              </a:ext>
            </a:extLst>
          </p:cNvPr>
          <p:cNvGrpSpPr/>
          <p:nvPr/>
        </p:nvGrpSpPr>
        <p:grpSpPr>
          <a:xfrm>
            <a:off x="5441820" y="4313370"/>
            <a:ext cx="239972" cy="63110"/>
            <a:chOff x="5441820" y="4313370"/>
            <a:chExt cx="239972" cy="63110"/>
          </a:xfrm>
        </p:grpSpPr>
        <p:sp>
          <p:nvSpPr>
            <p:cNvPr id="432" name="圆角矩形 431">
              <a:extLst>
                <a:ext uri="{FF2B5EF4-FFF2-40B4-BE49-F238E27FC236}">
                  <a16:creationId xmlns:a16="http://schemas.microsoft.com/office/drawing/2014/main" id="{C7F2B57C-82ED-6C86-541D-5E25C889B962}"/>
                </a:ext>
              </a:extLst>
            </p:cNvPr>
            <p:cNvSpPr/>
            <p:nvPr/>
          </p:nvSpPr>
          <p:spPr>
            <a:xfrm>
              <a:off x="5520759" y="4313370"/>
              <a:ext cx="82095" cy="63110"/>
            </a:xfrm>
            <a:prstGeom prst="roundRect">
              <a:avLst>
                <a:gd name="adj" fmla="val 10006"/>
              </a:avLst>
            </a:prstGeom>
            <a:solidFill>
              <a:srgbClr val="D6DBE2"/>
            </a:solidFill>
            <a:ln w="3789" cap="flat">
              <a:solidFill>
                <a:srgbClr val="444444"/>
              </a:solidFill>
              <a:prstDash val="solid"/>
              <a:miter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33" name="矩形 432">
              <a:extLst>
                <a:ext uri="{FF2B5EF4-FFF2-40B4-BE49-F238E27FC236}">
                  <a16:creationId xmlns:a16="http://schemas.microsoft.com/office/drawing/2014/main" id="{A9AE586E-DE88-44B4-9748-2771DE514E7F}"/>
                </a:ext>
              </a:extLst>
            </p:cNvPr>
            <p:cNvSpPr/>
            <p:nvPr/>
          </p:nvSpPr>
          <p:spPr>
            <a:xfrm>
              <a:off x="5441820" y="4322837"/>
              <a:ext cx="63150" cy="44177"/>
            </a:xfrm>
            <a:prstGeom prst="rect">
              <a:avLst/>
            </a:prstGeom>
            <a:solidFill>
              <a:srgbClr val="9FB9DD"/>
            </a:solidFill>
            <a:ln w="3158" cap="flat">
              <a:solidFill>
                <a:srgbClr val="315C9C"/>
              </a:solidFill>
              <a:prstDash val="solid"/>
              <a:miter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34" name="矩形 433">
              <a:extLst>
                <a:ext uri="{FF2B5EF4-FFF2-40B4-BE49-F238E27FC236}">
                  <a16:creationId xmlns:a16="http://schemas.microsoft.com/office/drawing/2014/main" id="{C663BF81-4D5B-4CA7-30AF-1428D26479B6}"/>
                </a:ext>
              </a:extLst>
            </p:cNvPr>
            <p:cNvSpPr/>
            <p:nvPr/>
          </p:nvSpPr>
          <p:spPr>
            <a:xfrm>
              <a:off x="5618642" y="4322837"/>
              <a:ext cx="63150" cy="44177"/>
            </a:xfrm>
            <a:prstGeom prst="rect">
              <a:avLst/>
            </a:prstGeom>
            <a:solidFill>
              <a:srgbClr val="9FB9DD"/>
            </a:solidFill>
            <a:ln w="3158" cap="flat">
              <a:solidFill>
                <a:srgbClr val="315C9C"/>
              </a:solidFill>
              <a:prstDash val="solid"/>
              <a:miter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35" name="椭圆 434">
              <a:extLst>
                <a:ext uri="{FF2B5EF4-FFF2-40B4-BE49-F238E27FC236}">
                  <a16:creationId xmlns:a16="http://schemas.microsoft.com/office/drawing/2014/main" id="{120A66B6-E15F-E64A-5B5D-54DFFD4C9E42}"/>
                </a:ext>
              </a:extLst>
            </p:cNvPr>
            <p:cNvSpPr/>
            <p:nvPr/>
          </p:nvSpPr>
          <p:spPr>
            <a:xfrm>
              <a:off x="5552334" y="4335459"/>
              <a:ext cx="18945" cy="18933"/>
            </a:xfrm>
            <a:prstGeom prst="ellipse">
              <a:avLst/>
            </a:prstGeom>
            <a:solidFill>
              <a:srgbClr val="1F5FBF"/>
            </a:solidFill>
            <a:ln w="3158" cap="flat">
              <a:noFill/>
              <a:prstDash val="solid"/>
              <a:miter/>
            </a:ln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436" name="任意形状 435">
            <a:extLst>
              <a:ext uri="{FF2B5EF4-FFF2-40B4-BE49-F238E27FC236}">
                <a16:creationId xmlns:a16="http://schemas.microsoft.com/office/drawing/2014/main" id="{01A17E40-83BD-E3AC-E923-8B4551DADDD5}"/>
              </a:ext>
            </a:extLst>
          </p:cNvPr>
          <p:cNvSpPr/>
          <p:nvPr/>
        </p:nvSpPr>
        <p:spPr>
          <a:xfrm>
            <a:off x="5634673" y="3009892"/>
            <a:ext cx="937545" cy="1213666"/>
          </a:xfrm>
          <a:custGeom>
            <a:avLst/>
            <a:gdLst>
              <a:gd name="csX0" fmla="*/ 0 w 937545"/>
              <a:gd name="csY0" fmla="*/ 1213666 h 1213666"/>
              <a:gd name="csX1" fmla="*/ 937546 w 937545"/>
              <a:gd name="csY1" fmla="*/ 0 h 1213666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937545" h="1213666">
                <a:moveTo>
                  <a:pt x="0" y="1213666"/>
                </a:moveTo>
                <a:cubicBezTo>
                  <a:pt x="267176" y="728200"/>
                  <a:pt x="510064" y="291280"/>
                  <a:pt x="937546" y="0"/>
                </a:cubicBezTo>
              </a:path>
            </a:pathLst>
          </a:custGeom>
          <a:noFill/>
          <a:ln w="9716" cap="flat">
            <a:solidFill>
              <a:srgbClr val="D32F2F"/>
            </a:solidFill>
            <a:prstDash val="dash"/>
            <a:miter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37" name="任意形状 436">
            <a:extLst>
              <a:ext uri="{FF2B5EF4-FFF2-40B4-BE49-F238E27FC236}">
                <a16:creationId xmlns:a16="http://schemas.microsoft.com/office/drawing/2014/main" id="{AC0DAB44-3437-C45D-CA53-EDE75E2BDF05}"/>
              </a:ext>
            </a:extLst>
          </p:cNvPr>
          <p:cNvSpPr/>
          <p:nvPr/>
        </p:nvSpPr>
        <p:spPr>
          <a:xfrm>
            <a:off x="6266180" y="2912799"/>
            <a:ext cx="267176" cy="631106"/>
          </a:xfrm>
          <a:custGeom>
            <a:avLst/>
            <a:gdLst>
              <a:gd name="csX0" fmla="*/ 0 w 267176"/>
              <a:gd name="csY0" fmla="*/ 631107 h 631106"/>
              <a:gd name="csX1" fmla="*/ 267176 w 267176"/>
              <a:gd name="csY1" fmla="*/ 0 h 631106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267176" h="631106">
                <a:moveTo>
                  <a:pt x="0" y="631107"/>
                </a:moveTo>
                <a:lnTo>
                  <a:pt x="267176" y="0"/>
                </a:lnTo>
              </a:path>
            </a:pathLst>
          </a:custGeom>
          <a:solidFill>
            <a:srgbClr val="000000"/>
          </a:solidFill>
          <a:ln w="9716" cap="flat">
            <a:solidFill>
              <a:srgbClr val="D32F2F"/>
            </a:solidFill>
            <a:prstDash val="dash"/>
            <a:miter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38" name="文本框 437">
            <a:extLst>
              <a:ext uri="{FF2B5EF4-FFF2-40B4-BE49-F238E27FC236}">
                <a16:creationId xmlns:a16="http://schemas.microsoft.com/office/drawing/2014/main" id="{172F1C71-8B9E-C9B0-892B-E0AB641370F9}"/>
              </a:ext>
            </a:extLst>
          </p:cNvPr>
          <p:cNvSpPr txBox="1"/>
          <p:nvPr/>
        </p:nvSpPr>
        <p:spPr>
          <a:xfrm>
            <a:off x="5993547" y="3825235"/>
            <a:ext cx="253801" cy="2270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1875" b="1" spc="0" baseline="0">
                <a:ln/>
                <a:solidFill>
                  <a:srgbClr val="0D2F6F"/>
                </a:solidFill>
                <a:latin typeface="Arial"/>
                <a:cs typeface="Arial"/>
                <a:sym typeface="Arial"/>
                <a:rtl val="0"/>
              </a:rPr>
              <a:t>×</a:t>
            </a:r>
          </a:p>
        </p:txBody>
      </p:sp>
      <p:sp>
        <p:nvSpPr>
          <p:cNvPr id="439" name="文本框 438">
            <a:extLst>
              <a:ext uri="{FF2B5EF4-FFF2-40B4-BE49-F238E27FC236}">
                <a16:creationId xmlns:a16="http://schemas.microsoft.com/office/drawing/2014/main" id="{C2D877AF-C0EA-AC31-E1BB-2268AF54EB48}"/>
              </a:ext>
            </a:extLst>
          </p:cNvPr>
          <p:cNvSpPr txBox="1"/>
          <p:nvPr/>
        </p:nvSpPr>
        <p:spPr>
          <a:xfrm>
            <a:off x="6223318" y="4023613"/>
            <a:ext cx="663756" cy="16194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975" spc="0" baseline="0">
                <a:ln/>
                <a:solidFill>
                  <a:srgbClr val="3F444A"/>
                </a:solidFill>
                <a:latin typeface="Arial"/>
                <a:cs typeface="Arial"/>
                <a:sym typeface="Arial"/>
                <a:rtl val="0"/>
              </a:rPr>
              <a:t>crosses keep-out</a:t>
            </a:r>
          </a:p>
        </p:txBody>
      </p:sp>
      <p:sp>
        <p:nvSpPr>
          <p:cNvPr id="440" name="文本框 439">
            <a:extLst>
              <a:ext uri="{FF2B5EF4-FFF2-40B4-BE49-F238E27FC236}">
                <a16:creationId xmlns:a16="http://schemas.microsoft.com/office/drawing/2014/main" id="{1CE02EF9-6D7F-3C07-D2E5-E6DA77B00C74}"/>
              </a:ext>
            </a:extLst>
          </p:cNvPr>
          <p:cNvSpPr txBox="1"/>
          <p:nvPr/>
        </p:nvSpPr>
        <p:spPr>
          <a:xfrm>
            <a:off x="5616099" y="4436260"/>
            <a:ext cx="614636" cy="16194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975" spc="0" baseline="0">
                <a:ln/>
                <a:solidFill>
                  <a:srgbClr val="3F444A"/>
                </a:solidFill>
                <a:latin typeface="Arial"/>
                <a:cs typeface="Arial"/>
                <a:sym typeface="Arial"/>
                <a:rtl val="0"/>
              </a:rPr>
              <a:t>excessive input</a:t>
            </a:r>
          </a:p>
        </p:txBody>
      </p:sp>
      <p:sp>
        <p:nvSpPr>
          <p:cNvPr id="441" name="文本框 440">
            <a:extLst>
              <a:ext uri="{FF2B5EF4-FFF2-40B4-BE49-F238E27FC236}">
                <a16:creationId xmlns:a16="http://schemas.microsoft.com/office/drawing/2014/main" id="{B9AB6D89-273F-4D18-3E2A-E8FDA0D25509}"/>
              </a:ext>
            </a:extLst>
          </p:cNvPr>
          <p:cNvSpPr txBox="1"/>
          <p:nvPr/>
        </p:nvSpPr>
        <p:spPr>
          <a:xfrm>
            <a:off x="6247607" y="4436260"/>
            <a:ext cx="618151" cy="16194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975" spc="0" baseline="0">
                <a:ln/>
                <a:solidFill>
                  <a:srgbClr val="3F444A"/>
                </a:solidFill>
                <a:latin typeface="Arial"/>
                <a:cs typeface="Arial"/>
                <a:sym typeface="Arial"/>
                <a:rtl val="0"/>
              </a:rPr>
              <a:t>clearance &amp;lt; 0</a:t>
            </a:r>
          </a:p>
        </p:txBody>
      </p:sp>
      <p:sp>
        <p:nvSpPr>
          <p:cNvPr id="442" name="椭圆 441">
            <a:extLst>
              <a:ext uri="{FF2B5EF4-FFF2-40B4-BE49-F238E27FC236}">
                <a16:creationId xmlns:a16="http://schemas.microsoft.com/office/drawing/2014/main" id="{2BACCB60-514C-33F8-D8DF-7D10A584E29B}"/>
              </a:ext>
            </a:extLst>
          </p:cNvPr>
          <p:cNvSpPr/>
          <p:nvPr/>
        </p:nvSpPr>
        <p:spPr>
          <a:xfrm>
            <a:off x="6513926" y="2893380"/>
            <a:ext cx="233172" cy="233023"/>
          </a:xfrm>
          <a:prstGeom prst="ellipse">
            <a:avLst/>
          </a:prstGeom>
          <a:solidFill>
            <a:srgbClr val="FFFFFF"/>
          </a:solidFill>
          <a:ln w="9716" cap="flat">
            <a:solidFill>
              <a:srgbClr val="43A047"/>
            </a:solidFill>
            <a:prstDash val="solid"/>
            <a:miter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43" name="任意形状 442">
            <a:extLst>
              <a:ext uri="{FF2B5EF4-FFF2-40B4-BE49-F238E27FC236}">
                <a16:creationId xmlns:a16="http://schemas.microsoft.com/office/drawing/2014/main" id="{348DF48E-C59F-3191-7886-D020E9E4D106}"/>
              </a:ext>
            </a:extLst>
          </p:cNvPr>
          <p:cNvSpPr/>
          <p:nvPr/>
        </p:nvSpPr>
        <p:spPr>
          <a:xfrm>
            <a:off x="6513931" y="2898235"/>
            <a:ext cx="233172" cy="229323"/>
          </a:xfrm>
          <a:custGeom>
            <a:avLst/>
            <a:gdLst>
              <a:gd name="csX0" fmla="*/ 116581 w 233172"/>
              <a:gd name="csY0" fmla="*/ 111657 h 229323"/>
              <a:gd name="csX1" fmla="*/ 233167 w 233172"/>
              <a:gd name="csY1" fmla="*/ 111657 h 229323"/>
              <a:gd name="csX2" fmla="*/ 117740 w 233172"/>
              <a:gd name="csY2" fmla="*/ 229317 h 229323"/>
              <a:gd name="csX3" fmla="*/ 6 w 233172"/>
              <a:gd name="csY3" fmla="*/ 113964 h 229323"/>
              <a:gd name="csX4" fmla="*/ 87434 w 233172"/>
              <a:gd name="csY4" fmla="*/ 0 h 22932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233172" h="229323">
                <a:moveTo>
                  <a:pt x="116581" y="111657"/>
                </a:moveTo>
                <a:lnTo>
                  <a:pt x="233167" y="111657"/>
                </a:lnTo>
                <a:cubicBezTo>
                  <a:pt x="233804" y="176002"/>
                  <a:pt x="182126" y="228680"/>
                  <a:pt x="117740" y="229317"/>
                </a:cubicBezTo>
                <a:cubicBezTo>
                  <a:pt x="53355" y="229954"/>
                  <a:pt x="643" y="178309"/>
                  <a:pt x="6" y="113964"/>
                </a:cubicBezTo>
                <a:cubicBezTo>
                  <a:pt x="-525" y="60410"/>
                  <a:pt x="35545" y="13392"/>
                  <a:pt x="87434" y="0"/>
                </a:cubicBezTo>
                <a:close/>
              </a:path>
            </a:pathLst>
          </a:custGeom>
          <a:solidFill>
            <a:srgbClr val="F4C542">
              <a:alpha val="85000"/>
            </a:srgbClr>
          </a:solidFill>
          <a:ln w="4858" cap="flat">
            <a:noFill/>
            <a:prstDash val="solid"/>
            <a:miter/>
          </a:ln>
        </p:spPr>
        <p:txBody>
          <a:bodyPr/>
          <a:lstStyle/>
          <a:p>
            <a:endParaRPr lang="zh-CN" altLang="en-US"/>
          </a:p>
        </p:txBody>
      </p:sp>
      <p:grpSp>
        <p:nvGrpSpPr>
          <p:cNvPr id="444" name="图形 159">
            <a:extLst>
              <a:ext uri="{FF2B5EF4-FFF2-40B4-BE49-F238E27FC236}">
                <a16:creationId xmlns:a16="http://schemas.microsoft.com/office/drawing/2014/main" id="{AF4B2271-C7FA-225C-18B7-18978331A7FC}"/>
              </a:ext>
            </a:extLst>
          </p:cNvPr>
          <p:cNvGrpSpPr/>
          <p:nvPr/>
        </p:nvGrpSpPr>
        <p:grpSpPr>
          <a:xfrm>
            <a:off x="6480116" y="2950665"/>
            <a:ext cx="155059" cy="40779"/>
            <a:chOff x="6480116" y="2950665"/>
            <a:chExt cx="155059" cy="40779"/>
          </a:xfrm>
        </p:grpSpPr>
        <p:sp>
          <p:nvSpPr>
            <p:cNvPr id="445" name="圆角矩形 444">
              <a:extLst>
                <a:ext uri="{FF2B5EF4-FFF2-40B4-BE49-F238E27FC236}">
                  <a16:creationId xmlns:a16="http://schemas.microsoft.com/office/drawing/2014/main" id="{39218571-C47B-9E2C-F957-9D2FB20A184C}"/>
                </a:ext>
              </a:extLst>
            </p:cNvPr>
            <p:cNvSpPr/>
            <p:nvPr/>
          </p:nvSpPr>
          <p:spPr>
            <a:xfrm>
              <a:off x="6531122" y="2950665"/>
              <a:ext cx="53046" cy="40779"/>
            </a:xfrm>
            <a:prstGeom prst="roundRect">
              <a:avLst>
                <a:gd name="adj" fmla="val 10006"/>
              </a:avLst>
            </a:prstGeom>
            <a:solidFill>
              <a:srgbClr val="D6DBE2"/>
            </a:solidFill>
            <a:ln w="2448" cap="flat">
              <a:solidFill>
                <a:srgbClr val="444444"/>
              </a:solidFill>
              <a:prstDash val="solid"/>
              <a:miter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6" name="矩形 445">
              <a:extLst>
                <a:ext uri="{FF2B5EF4-FFF2-40B4-BE49-F238E27FC236}">
                  <a16:creationId xmlns:a16="http://schemas.microsoft.com/office/drawing/2014/main" id="{B712DBA2-5DD7-120F-C7E7-9AE0F11C2C61}"/>
                </a:ext>
              </a:extLst>
            </p:cNvPr>
            <p:cNvSpPr/>
            <p:nvPr/>
          </p:nvSpPr>
          <p:spPr>
            <a:xfrm>
              <a:off x="6480116" y="2956782"/>
              <a:ext cx="40805" cy="28545"/>
            </a:xfrm>
            <a:prstGeom prst="rect">
              <a:avLst/>
            </a:prstGeom>
            <a:solidFill>
              <a:srgbClr val="9FB9DD"/>
            </a:solidFill>
            <a:ln w="2040" cap="flat">
              <a:solidFill>
                <a:srgbClr val="315C9C"/>
              </a:solidFill>
              <a:prstDash val="solid"/>
              <a:miter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7" name="矩形 446">
              <a:extLst>
                <a:ext uri="{FF2B5EF4-FFF2-40B4-BE49-F238E27FC236}">
                  <a16:creationId xmlns:a16="http://schemas.microsoft.com/office/drawing/2014/main" id="{7D35CCE4-5541-A804-83FB-ABC2B66E2B7C}"/>
                </a:ext>
              </a:extLst>
            </p:cNvPr>
            <p:cNvSpPr/>
            <p:nvPr/>
          </p:nvSpPr>
          <p:spPr>
            <a:xfrm>
              <a:off x="6594370" y="2956782"/>
              <a:ext cx="40805" cy="28545"/>
            </a:xfrm>
            <a:prstGeom prst="rect">
              <a:avLst/>
            </a:prstGeom>
            <a:solidFill>
              <a:srgbClr val="9FB9DD"/>
            </a:solidFill>
            <a:ln w="2040" cap="flat">
              <a:solidFill>
                <a:srgbClr val="315C9C"/>
              </a:solidFill>
              <a:prstDash val="solid"/>
              <a:miter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8" name="椭圆 447">
              <a:extLst>
                <a:ext uri="{FF2B5EF4-FFF2-40B4-BE49-F238E27FC236}">
                  <a16:creationId xmlns:a16="http://schemas.microsoft.com/office/drawing/2014/main" id="{DD1E2C48-81A4-38BB-A63E-19CD7D6A2556}"/>
                </a:ext>
              </a:extLst>
            </p:cNvPr>
            <p:cNvSpPr/>
            <p:nvPr/>
          </p:nvSpPr>
          <p:spPr>
            <a:xfrm>
              <a:off x="6551524" y="2964938"/>
              <a:ext cx="12241" cy="12233"/>
            </a:xfrm>
            <a:prstGeom prst="ellipse">
              <a:avLst/>
            </a:prstGeom>
            <a:solidFill>
              <a:srgbClr val="1F5FBF"/>
            </a:solidFill>
            <a:ln w="2040" cap="flat">
              <a:noFill/>
              <a:prstDash val="solid"/>
              <a:miter/>
            </a:ln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449" name="文本框 448">
            <a:extLst>
              <a:ext uri="{FF2B5EF4-FFF2-40B4-BE49-F238E27FC236}">
                <a16:creationId xmlns:a16="http://schemas.microsoft.com/office/drawing/2014/main" id="{672ED7A6-B63A-7549-630D-7BB9B8966DC1}"/>
              </a:ext>
            </a:extLst>
          </p:cNvPr>
          <p:cNvSpPr txBox="1"/>
          <p:nvPr/>
        </p:nvSpPr>
        <p:spPr>
          <a:xfrm>
            <a:off x="6684804" y="2897331"/>
            <a:ext cx="579607" cy="16194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975" spc="0" baseline="0">
                <a:ln/>
                <a:solidFill>
                  <a:srgbClr val="3F444A"/>
                </a:solidFill>
                <a:latin typeface="Arial"/>
                <a:cs typeface="Arial"/>
                <a:sym typeface="Arial"/>
                <a:rtl val="0"/>
              </a:rPr>
              <a:t>high coverage</a:t>
            </a:r>
          </a:p>
        </p:txBody>
      </p:sp>
      <p:pic>
        <p:nvPicPr>
          <p:cNvPr id="450" name="图片 449">
            <a:extLst>
              <a:ext uri="{FF2B5EF4-FFF2-40B4-BE49-F238E27FC236}">
                <a16:creationId xmlns:a16="http://schemas.microsoft.com/office/drawing/2014/main" id="{B7CC18A0-E4CB-C1B7-0DBA-31138D62C8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20242" y="3254422"/>
            <a:ext cx="1686607" cy="706571"/>
          </a:xfrm>
          <a:custGeom>
            <a:avLst/>
            <a:gdLst>
              <a:gd name="csX0" fmla="*/ 374 w 1686607"/>
              <a:gd name="csY0" fmla="*/ 315 h 706571"/>
              <a:gd name="csX1" fmla="*/ 1686981 w 1686607"/>
              <a:gd name="csY1" fmla="*/ 315 h 706571"/>
              <a:gd name="csX2" fmla="*/ 1686981 w 1686607"/>
              <a:gd name="csY2" fmla="*/ 706887 h 706571"/>
              <a:gd name="csX3" fmla="*/ 374 w 1686607"/>
              <a:gd name="csY3" fmla="*/ 706887 h 70657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1686607" h="706571">
                <a:moveTo>
                  <a:pt x="374" y="315"/>
                </a:moveTo>
                <a:lnTo>
                  <a:pt x="1686981" y="315"/>
                </a:lnTo>
                <a:lnTo>
                  <a:pt x="1686981" y="706887"/>
                </a:lnTo>
                <a:lnTo>
                  <a:pt x="374" y="706887"/>
                </a:lnTo>
                <a:close/>
              </a:path>
            </a:pathLst>
          </a:custGeom>
        </p:spPr>
      </p:pic>
      <p:sp>
        <p:nvSpPr>
          <p:cNvPr id="451" name="椭圆 450">
            <a:extLst>
              <a:ext uri="{FF2B5EF4-FFF2-40B4-BE49-F238E27FC236}">
                <a16:creationId xmlns:a16="http://schemas.microsoft.com/office/drawing/2014/main" id="{BEB8176C-F5B9-29D1-6096-7BAB5C3F5C7F}"/>
              </a:ext>
            </a:extLst>
          </p:cNvPr>
          <p:cNvSpPr/>
          <p:nvPr/>
        </p:nvSpPr>
        <p:spPr>
          <a:xfrm>
            <a:off x="6849110" y="3155532"/>
            <a:ext cx="2428875" cy="922386"/>
          </a:xfrm>
          <a:prstGeom prst="ellipse">
            <a:avLst/>
          </a:prstGeom>
          <a:solidFill>
            <a:srgbClr val="1F5FBF">
              <a:alpha val="4000"/>
            </a:srgbClr>
          </a:solidFill>
          <a:ln w="4858" cap="flat">
            <a:solidFill>
              <a:srgbClr val="5B8FD8"/>
            </a:solidFill>
            <a:prstDash val="solid"/>
            <a:miter/>
          </a:ln>
        </p:spPr>
        <p:txBody>
          <a:bodyPr/>
          <a:lstStyle/>
          <a:p>
            <a:endParaRPr lang="zh-CN" altLang="en-US"/>
          </a:p>
        </p:txBody>
      </p:sp>
      <p:grpSp>
        <p:nvGrpSpPr>
          <p:cNvPr id="452" name="图形 159">
            <a:extLst>
              <a:ext uri="{FF2B5EF4-FFF2-40B4-BE49-F238E27FC236}">
                <a16:creationId xmlns:a16="http://schemas.microsoft.com/office/drawing/2014/main" id="{0A81F574-0FB3-A1B1-C266-A9496106F47D}"/>
              </a:ext>
            </a:extLst>
          </p:cNvPr>
          <p:cNvGrpSpPr/>
          <p:nvPr/>
        </p:nvGrpSpPr>
        <p:grpSpPr>
          <a:xfrm>
            <a:off x="7360631" y="4313370"/>
            <a:ext cx="239972" cy="63110"/>
            <a:chOff x="7360631" y="4313370"/>
            <a:chExt cx="239972" cy="63110"/>
          </a:xfrm>
        </p:grpSpPr>
        <p:sp>
          <p:nvSpPr>
            <p:cNvPr id="453" name="圆角矩形 452">
              <a:extLst>
                <a:ext uri="{FF2B5EF4-FFF2-40B4-BE49-F238E27FC236}">
                  <a16:creationId xmlns:a16="http://schemas.microsoft.com/office/drawing/2014/main" id="{AE4B0C1C-D51F-2FB6-F368-24A3E8194745}"/>
                </a:ext>
              </a:extLst>
            </p:cNvPr>
            <p:cNvSpPr/>
            <p:nvPr/>
          </p:nvSpPr>
          <p:spPr>
            <a:xfrm>
              <a:off x="7439570" y="4313370"/>
              <a:ext cx="82095" cy="63110"/>
            </a:xfrm>
            <a:prstGeom prst="roundRect">
              <a:avLst>
                <a:gd name="adj" fmla="val 10006"/>
              </a:avLst>
            </a:prstGeom>
            <a:solidFill>
              <a:srgbClr val="D6DBE2"/>
            </a:solidFill>
            <a:ln w="3789" cap="flat">
              <a:solidFill>
                <a:srgbClr val="444444"/>
              </a:solidFill>
              <a:prstDash val="solid"/>
              <a:miter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4" name="矩形 453">
              <a:extLst>
                <a:ext uri="{FF2B5EF4-FFF2-40B4-BE49-F238E27FC236}">
                  <a16:creationId xmlns:a16="http://schemas.microsoft.com/office/drawing/2014/main" id="{8BDE3BBB-B903-9286-D245-E30F5E57027D}"/>
                </a:ext>
              </a:extLst>
            </p:cNvPr>
            <p:cNvSpPr/>
            <p:nvPr/>
          </p:nvSpPr>
          <p:spPr>
            <a:xfrm>
              <a:off x="7360631" y="4322837"/>
              <a:ext cx="63150" cy="44177"/>
            </a:xfrm>
            <a:prstGeom prst="rect">
              <a:avLst/>
            </a:prstGeom>
            <a:solidFill>
              <a:srgbClr val="9FB9DD"/>
            </a:solidFill>
            <a:ln w="3158" cap="flat">
              <a:solidFill>
                <a:srgbClr val="315C9C"/>
              </a:solidFill>
              <a:prstDash val="solid"/>
              <a:miter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5" name="矩形 454">
              <a:extLst>
                <a:ext uri="{FF2B5EF4-FFF2-40B4-BE49-F238E27FC236}">
                  <a16:creationId xmlns:a16="http://schemas.microsoft.com/office/drawing/2014/main" id="{22AD158C-F4E4-EF92-AF85-8DB3E1FC5021}"/>
                </a:ext>
              </a:extLst>
            </p:cNvPr>
            <p:cNvSpPr/>
            <p:nvPr/>
          </p:nvSpPr>
          <p:spPr>
            <a:xfrm>
              <a:off x="7537453" y="4322837"/>
              <a:ext cx="63150" cy="44177"/>
            </a:xfrm>
            <a:prstGeom prst="rect">
              <a:avLst/>
            </a:prstGeom>
            <a:solidFill>
              <a:srgbClr val="9FB9DD"/>
            </a:solidFill>
            <a:ln w="3158" cap="flat">
              <a:solidFill>
                <a:srgbClr val="315C9C"/>
              </a:solidFill>
              <a:prstDash val="solid"/>
              <a:miter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6" name="椭圆 455">
              <a:extLst>
                <a:ext uri="{FF2B5EF4-FFF2-40B4-BE49-F238E27FC236}">
                  <a16:creationId xmlns:a16="http://schemas.microsoft.com/office/drawing/2014/main" id="{8901CF58-F356-91CF-B9C3-99CA3DE9F05B}"/>
                </a:ext>
              </a:extLst>
            </p:cNvPr>
            <p:cNvSpPr/>
            <p:nvPr/>
          </p:nvSpPr>
          <p:spPr>
            <a:xfrm>
              <a:off x="7471145" y="4335459"/>
              <a:ext cx="18945" cy="18933"/>
            </a:xfrm>
            <a:prstGeom prst="ellipse">
              <a:avLst/>
            </a:prstGeom>
            <a:solidFill>
              <a:srgbClr val="1F5FBF"/>
            </a:solidFill>
            <a:ln w="3158" cap="flat">
              <a:noFill/>
              <a:prstDash val="solid"/>
              <a:miter/>
            </a:ln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457" name="任意形状 456">
            <a:extLst>
              <a:ext uri="{FF2B5EF4-FFF2-40B4-BE49-F238E27FC236}">
                <a16:creationId xmlns:a16="http://schemas.microsoft.com/office/drawing/2014/main" id="{6434CC87-FE95-44F5-D534-B18B605251DD}"/>
              </a:ext>
            </a:extLst>
          </p:cNvPr>
          <p:cNvSpPr/>
          <p:nvPr/>
        </p:nvSpPr>
        <p:spPr>
          <a:xfrm>
            <a:off x="7553484" y="3071141"/>
            <a:ext cx="1224959" cy="1201364"/>
          </a:xfrm>
          <a:custGeom>
            <a:avLst/>
            <a:gdLst>
              <a:gd name="csX0" fmla="*/ 0 w 1224959"/>
              <a:gd name="csY0" fmla="*/ 1176691 h 1201364"/>
              <a:gd name="csX1" fmla="*/ 1204722 w 1224959"/>
              <a:gd name="csY1" fmla="*/ 472765 h 1201364"/>
              <a:gd name="csX2" fmla="*/ 738378 w 1224959"/>
              <a:gd name="csY2" fmla="*/ 84391 h 120136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1224959" h="1201364">
                <a:moveTo>
                  <a:pt x="0" y="1176691"/>
                </a:moveTo>
                <a:cubicBezTo>
                  <a:pt x="412909" y="1249511"/>
                  <a:pt x="1044416" y="1200964"/>
                  <a:pt x="1204722" y="472765"/>
                </a:cubicBezTo>
                <a:cubicBezTo>
                  <a:pt x="1311593" y="35845"/>
                  <a:pt x="971550" y="-109795"/>
                  <a:pt x="738378" y="84391"/>
                </a:cubicBezTo>
              </a:path>
            </a:pathLst>
          </a:custGeom>
          <a:noFill/>
          <a:ln w="11659" cap="flat">
            <a:solidFill>
              <a:srgbClr val="1F5FBF"/>
            </a:solidFill>
            <a:prstDash val="solid"/>
            <a:miter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58" name="文本框 457">
            <a:extLst>
              <a:ext uri="{FF2B5EF4-FFF2-40B4-BE49-F238E27FC236}">
                <a16:creationId xmlns:a16="http://schemas.microsoft.com/office/drawing/2014/main" id="{11FB9076-B107-1BE4-E155-4EB52D6460E6}"/>
              </a:ext>
            </a:extLst>
          </p:cNvPr>
          <p:cNvSpPr txBox="1"/>
          <p:nvPr/>
        </p:nvSpPr>
        <p:spPr>
          <a:xfrm>
            <a:off x="7462044" y="4436260"/>
            <a:ext cx="533878" cy="16194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975" spc="0" baseline="0">
                <a:ln/>
                <a:solidFill>
                  <a:srgbClr val="3F444A"/>
                </a:solidFill>
                <a:latin typeface="Arial"/>
                <a:cs typeface="Arial"/>
                <a:sym typeface="Arial"/>
                <a:rtl val="0"/>
              </a:rPr>
              <a:t>safe transfer</a:t>
            </a:r>
          </a:p>
        </p:txBody>
      </p:sp>
      <p:sp>
        <p:nvSpPr>
          <p:cNvPr id="459" name="文本框 458">
            <a:extLst>
              <a:ext uri="{FF2B5EF4-FFF2-40B4-BE49-F238E27FC236}">
                <a16:creationId xmlns:a16="http://schemas.microsoft.com/office/drawing/2014/main" id="{C57637E5-F44C-08B1-B539-8EFCDC092752}"/>
              </a:ext>
            </a:extLst>
          </p:cNvPr>
          <p:cNvSpPr txBox="1"/>
          <p:nvPr/>
        </p:nvSpPr>
        <p:spPr>
          <a:xfrm>
            <a:off x="8287862" y="4436260"/>
            <a:ext cx="639242" cy="16194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975" spc="0" baseline="0">
                <a:ln/>
                <a:solidFill>
                  <a:srgbClr val="3F444A"/>
                </a:solidFill>
                <a:latin typeface="Arial"/>
                <a:cs typeface="Arial"/>
                <a:sym typeface="Arial"/>
                <a:rtl val="0"/>
              </a:rPr>
              <a:t>clearance &amp;gt; 0</a:t>
            </a:r>
          </a:p>
        </p:txBody>
      </p:sp>
      <p:sp>
        <p:nvSpPr>
          <p:cNvPr id="460" name="椭圆 459">
            <a:extLst>
              <a:ext uri="{FF2B5EF4-FFF2-40B4-BE49-F238E27FC236}">
                <a16:creationId xmlns:a16="http://schemas.microsoft.com/office/drawing/2014/main" id="{2910D4E7-78B7-2EFD-9734-60DA5A596393}"/>
              </a:ext>
            </a:extLst>
          </p:cNvPr>
          <p:cNvSpPr/>
          <p:nvPr/>
        </p:nvSpPr>
        <p:spPr>
          <a:xfrm>
            <a:off x="8165561" y="3039020"/>
            <a:ext cx="233172" cy="233023"/>
          </a:xfrm>
          <a:prstGeom prst="ellipse">
            <a:avLst/>
          </a:prstGeom>
          <a:solidFill>
            <a:srgbClr val="FFFFFF"/>
          </a:solidFill>
          <a:ln w="9716" cap="flat">
            <a:solidFill>
              <a:srgbClr val="43A047"/>
            </a:solidFill>
            <a:prstDash val="solid"/>
            <a:miter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61" name="任意形状 460">
            <a:extLst>
              <a:ext uri="{FF2B5EF4-FFF2-40B4-BE49-F238E27FC236}">
                <a16:creationId xmlns:a16="http://schemas.microsoft.com/office/drawing/2014/main" id="{A1E9FDAB-7800-C001-D8D7-AAF749F02029}"/>
              </a:ext>
            </a:extLst>
          </p:cNvPr>
          <p:cNvSpPr/>
          <p:nvPr/>
        </p:nvSpPr>
        <p:spPr>
          <a:xfrm>
            <a:off x="8282147" y="3039020"/>
            <a:ext cx="116586" cy="116511"/>
          </a:xfrm>
          <a:custGeom>
            <a:avLst/>
            <a:gdLst>
              <a:gd name="csX0" fmla="*/ 0 w 116586"/>
              <a:gd name="csY0" fmla="*/ 116512 h 116511"/>
              <a:gd name="csX1" fmla="*/ 116586 w 116586"/>
              <a:gd name="csY1" fmla="*/ 116512 h 116511"/>
              <a:gd name="csX2" fmla="*/ 0 w 116586"/>
              <a:gd name="csY2" fmla="*/ 0 h 11651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116586" h="116511">
                <a:moveTo>
                  <a:pt x="0" y="116512"/>
                </a:moveTo>
                <a:lnTo>
                  <a:pt x="116586" y="116512"/>
                </a:lnTo>
                <a:cubicBezTo>
                  <a:pt x="52197" y="116512"/>
                  <a:pt x="0" y="64348"/>
                  <a:pt x="0" y="0"/>
                </a:cubicBezTo>
                <a:close/>
              </a:path>
            </a:pathLst>
          </a:custGeom>
          <a:solidFill>
            <a:srgbClr val="F4C542">
              <a:alpha val="70000"/>
            </a:srgbClr>
          </a:solidFill>
          <a:ln w="4858" cap="flat">
            <a:noFill/>
            <a:prstDash val="solid"/>
            <a:miter/>
          </a:ln>
        </p:spPr>
        <p:txBody>
          <a:bodyPr/>
          <a:lstStyle/>
          <a:p>
            <a:endParaRPr lang="zh-CN" altLang="en-US"/>
          </a:p>
        </p:txBody>
      </p:sp>
      <p:grpSp>
        <p:nvGrpSpPr>
          <p:cNvPr id="462" name="图形 159">
            <a:extLst>
              <a:ext uri="{FF2B5EF4-FFF2-40B4-BE49-F238E27FC236}">
                <a16:creationId xmlns:a16="http://schemas.microsoft.com/office/drawing/2014/main" id="{DA226148-A347-05F8-266B-8B4A7E91133D}"/>
              </a:ext>
            </a:extLst>
          </p:cNvPr>
          <p:cNvGrpSpPr/>
          <p:nvPr/>
        </p:nvGrpSpPr>
        <p:grpSpPr>
          <a:xfrm>
            <a:off x="8131751" y="3096305"/>
            <a:ext cx="155059" cy="40779"/>
            <a:chOff x="8131751" y="3096305"/>
            <a:chExt cx="155059" cy="40779"/>
          </a:xfrm>
        </p:grpSpPr>
        <p:sp>
          <p:nvSpPr>
            <p:cNvPr id="463" name="圆角矩形 462">
              <a:extLst>
                <a:ext uri="{FF2B5EF4-FFF2-40B4-BE49-F238E27FC236}">
                  <a16:creationId xmlns:a16="http://schemas.microsoft.com/office/drawing/2014/main" id="{7822DC73-4EC4-CD2E-A94D-0DE4AD6D49C2}"/>
                </a:ext>
              </a:extLst>
            </p:cNvPr>
            <p:cNvSpPr/>
            <p:nvPr/>
          </p:nvSpPr>
          <p:spPr>
            <a:xfrm>
              <a:off x="8182757" y="3096305"/>
              <a:ext cx="53046" cy="40779"/>
            </a:xfrm>
            <a:prstGeom prst="roundRect">
              <a:avLst>
                <a:gd name="adj" fmla="val 10006"/>
              </a:avLst>
            </a:prstGeom>
            <a:solidFill>
              <a:srgbClr val="D6DBE2"/>
            </a:solidFill>
            <a:ln w="2448" cap="flat">
              <a:solidFill>
                <a:srgbClr val="444444"/>
              </a:solidFill>
              <a:prstDash val="solid"/>
              <a:miter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64" name="矩形 463">
              <a:extLst>
                <a:ext uri="{FF2B5EF4-FFF2-40B4-BE49-F238E27FC236}">
                  <a16:creationId xmlns:a16="http://schemas.microsoft.com/office/drawing/2014/main" id="{C2837B8D-43C3-D048-390D-6E12C61C5DE5}"/>
                </a:ext>
              </a:extLst>
            </p:cNvPr>
            <p:cNvSpPr/>
            <p:nvPr/>
          </p:nvSpPr>
          <p:spPr>
            <a:xfrm>
              <a:off x="8131751" y="3102422"/>
              <a:ext cx="40805" cy="28545"/>
            </a:xfrm>
            <a:prstGeom prst="rect">
              <a:avLst/>
            </a:prstGeom>
            <a:solidFill>
              <a:srgbClr val="9FB9DD"/>
            </a:solidFill>
            <a:ln w="2040" cap="flat">
              <a:solidFill>
                <a:srgbClr val="315C9C"/>
              </a:solidFill>
              <a:prstDash val="solid"/>
              <a:miter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65" name="矩形 464">
              <a:extLst>
                <a:ext uri="{FF2B5EF4-FFF2-40B4-BE49-F238E27FC236}">
                  <a16:creationId xmlns:a16="http://schemas.microsoft.com/office/drawing/2014/main" id="{D5B044F6-CF0B-C02C-518A-6BFD4201ECA3}"/>
                </a:ext>
              </a:extLst>
            </p:cNvPr>
            <p:cNvSpPr/>
            <p:nvPr/>
          </p:nvSpPr>
          <p:spPr>
            <a:xfrm>
              <a:off x="8246005" y="3102422"/>
              <a:ext cx="40805" cy="28545"/>
            </a:xfrm>
            <a:prstGeom prst="rect">
              <a:avLst/>
            </a:prstGeom>
            <a:solidFill>
              <a:srgbClr val="9FB9DD"/>
            </a:solidFill>
            <a:ln w="2040" cap="flat">
              <a:solidFill>
                <a:srgbClr val="315C9C"/>
              </a:solidFill>
              <a:prstDash val="solid"/>
              <a:miter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66" name="椭圆 465">
              <a:extLst>
                <a:ext uri="{FF2B5EF4-FFF2-40B4-BE49-F238E27FC236}">
                  <a16:creationId xmlns:a16="http://schemas.microsoft.com/office/drawing/2014/main" id="{56161A33-66DE-5882-A50B-2014A9E827EE}"/>
                </a:ext>
              </a:extLst>
            </p:cNvPr>
            <p:cNvSpPr/>
            <p:nvPr/>
          </p:nvSpPr>
          <p:spPr>
            <a:xfrm>
              <a:off x="8203159" y="3110578"/>
              <a:ext cx="12241" cy="12233"/>
            </a:xfrm>
            <a:prstGeom prst="ellipse">
              <a:avLst/>
            </a:prstGeom>
            <a:solidFill>
              <a:srgbClr val="1F5FBF"/>
            </a:solidFill>
            <a:ln w="2040" cap="flat">
              <a:noFill/>
              <a:prstDash val="solid"/>
              <a:miter/>
            </a:ln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467" name="文本框 466">
            <a:extLst>
              <a:ext uri="{FF2B5EF4-FFF2-40B4-BE49-F238E27FC236}">
                <a16:creationId xmlns:a16="http://schemas.microsoft.com/office/drawing/2014/main" id="{102E0CA5-D426-430B-707E-306AD49105E3}"/>
              </a:ext>
            </a:extLst>
          </p:cNvPr>
          <p:cNvSpPr txBox="1"/>
          <p:nvPr/>
        </p:nvSpPr>
        <p:spPr>
          <a:xfrm>
            <a:off x="8326724" y="3042970"/>
            <a:ext cx="727000" cy="16194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975" spc="0" baseline="0">
                <a:ln/>
                <a:solidFill>
                  <a:srgbClr val="3F444A"/>
                </a:solidFill>
                <a:latin typeface="Arial"/>
                <a:cs typeface="Arial"/>
                <a:sym typeface="Arial"/>
                <a:rtl val="0"/>
              </a:rPr>
              <a:t>moderate coverage</a:t>
            </a:r>
          </a:p>
        </p:txBody>
      </p:sp>
      <p:sp>
        <p:nvSpPr>
          <p:cNvPr id="468" name="文本框 467">
            <a:extLst>
              <a:ext uri="{FF2B5EF4-FFF2-40B4-BE49-F238E27FC236}">
                <a16:creationId xmlns:a16="http://schemas.microsoft.com/office/drawing/2014/main" id="{D93446B1-A92C-BEAB-CC4D-433AFF7CBF95}"/>
              </a:ext>
            </a:extLst>
          </p:cNvPr>
          <p:cNvSpPr txBox="1"/>
          <p:nvPr/>
        </p:nvSpPr>
        <p:spPr>
          <a:xfrm>
            <a:off x="2158522" y="4864745"/>
            <a:ext cx="6029329" cy="1907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1350" i="1" spc="0" baseline="0">
                <a:ln/>
                <a:solidFill>
                  <a:srgbClr val="111111"/>
                </a:solidFill>
                <a:latin typeface="Georgia"/>
                <a:sym typeface="Georgia"/>
                <a:rtl val="0"/>
              </a:rPr>
              <a:t>Orbital inspection is formulated as finite camera-view selection under visibility, dwell, HCW transfer feasibility, keep-out clearance, and input limits.</a:t>
            </a:r>
          </a:p>
        </p:txBody>
      </p:sp>
    </p:spTree>
    <p:extLst>
      <p:ext uri="{BB962C8B-B14F-4D97-AF65-F5344CB8AC3E}">
        <p14:creationId xmlns:p14="http://schemas.microsoft.com/office/powerpoint/2010/main" val="32235975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1935C0-BB2E-3F7B-D502-A89C67EA9F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形 2">
            <a:extLst>
              <a:ext uri="{FF2B5EF4-FFF2-40B4-BE49-F238E27FC236}">
                <a16:creationId xmlns:a16="http://schemas.microsoft.com/office/drawing/2014/main" id="{6B4BB0BD-80FD-5D3D-C2A2-B01425039ED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363241" y="416689"/>
            <a:ext cx="7772400" cy="52463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47836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9D935A-1226-15C1-91D2-B387CABB9D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53FF71DD-B306-0A87-16B8-645D960D24B4}"/>
              </a:ext>
            </a:extLst>
          </p:cNvPr>
          <p:cNvSpPr txBox="1"/>
          <p:nvPr/>
        </p:nvSpPr>
        <p:spPr>
          <a:xfrm>
            <a:off x="266218" y="285894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kumimoji="1" lang="zh-CN" altLang="en-US" dirty="0"/>
          </a:p>
        </p:txBody>
      </p:sp>
      <p:pic>
        <p:nvPicPr>
          <p:cNvPr id="6" name="图形 5">
            <a:extLst>
              <a:ext uri="{FF2B5EF4-FFF2-40B4-BE49-F238E27FC236}">
                <a16:creationId xmlns:a16="http://schemas.microsoft.com/office/drawing/2014/main" id="{E1095485-E4EC-C934-BD3E-2B002BBE9BE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572294" y="0"/>
            <a:ext cx="7772400" cy="53946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3753837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苹方-简"/>
        <a:ea typeface="苹方-简"/>
        <a:cs typeface=""/>
      </a:majorFont>
      <a:minorFont>
        <a:latin typeface="苹方-简"/>
        <a:ea typeface="苹方-简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WPS">
      <a:majorFont>
        <a:latin typeface="苹方-简"/>
        <a:ea typeface="苹方-简"/>
        <a:cs typeface=""/>
      </a:majorFont>
      <a:minorFont>
        <a:latin typeface="苹方-简"/>
        <a:ea typeface="苹方-简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WPS">
      <a:majorFont>
        <a:latin typeface="苹方-简"/>
        <a:ea typeface="苹方-简"/>
        <a:cs typeface=""/>
      </a:majorFont>
      <a:minorFont>
        <a:latin typeface="苹方-简"/>
        <a:ea typeface="苹方-简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445</TotalTime>
  <Words>200</Words>
  <Application>Microsoft Macintosh PowerPoint</Application>
  <PresentationFormat>宽屏</PresentationFormat>
  <Paragraphs>62</Paragraphs>
  <Slides>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10" baseType="lpstr">
      <vt:lpstr>苹方-简</vt:lpstr>
      <vt:lpstr>Arial</vt:lpstr>
      <vt:lpstr>Cambria Math</vt:lpstr>
      <vt:lpstr>Georgia</vt:lpstr>
      <vt:lpstr>Segoe UI Symbol</vt:lpstr>
      <vt:lpstr>Wingdings</vt:lpstr>
      <vt:lpstr>WPS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TANG, RG PolyU [Student]</cp:lastModifiedBy>
  <cp:revision>1</cp:revision>
  <dcterms:created xsi:type="dcterms:W3CDTF">2025-07-29T08:15:39Z</dcterms:created>
  <dcterms:modified xsi:type="dcterms:W3CDTF">2026-06-25T15:40:49Z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2052-0.0.0.0</vt:lpwstr>
  </property>
  <property fmtid="{D5CDD505-2E9C-101B-9397-08002B2CF9AE}" pid="3" name="ICV">
    <vt:lpwstr>71F24BB917BF7F301C838868DDA6523B_41</vt:lpwstr>
  </property>
</Properties>
</file>