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8dad0083314a76" /><Relationship Type="http://schemas.openxmlformats.org/officeDocument/2006/relationships/extended-properties" Target="/docProps/app.xml" Id="Rdec8a95b45024af4" /><Relationship Type="http://schemas.openxmlformats.org/officeDocument/2006/relationships/officeDocument" Target="/ppt/presentation.xml" Id="R0083b0e0e21648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9dd427061247b2"/>
  </p:sldMasterIdLst>
  <p:notesMasterIdLst>
    <p:notesMasterId xmlns:r="http://schemas.openxmlformats.org/officeDocument/2006/relationships" r:id="Rc9b5131cc32d4089"/>
  </p:notesMasterIdLst>
  <p:sldIdLst>
    <p:sldId xmlns:r="http://schemas.openxmlformats.org/officeDocument/2006/relationships" id="256" r:id="R1609a03336694569"/>
  </p:sldIdLst>
  <p:sldSz cx="13716000" cy="9715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5ccc79795b4d3f" /><Relationship Type="http://schemas.openxmlformats.org/officeDocument/2006/relationships/slideMaster" Target="/ppt/slideMasters/slideMaster1.xml" Id="R439dd427061247b2" /><Relationship Type="http://schemas.openxmlformats.org/officeDocument/2006/relationships/notesMaster" Target="/ppt/notesMasters/notesMaster1.xml" Id="Rc9b5131cc32d4089" /><Relationship Type="http://schemas.openxmlformats.org/officeDocument/2006/relationships/presProps" Target="/ppt/presProps.xml" Id="R78bfc73e165a4a1f" /><Relationship Type="http://schemas.openxmlformats.org/officeDocument/2006/relationships/tableStyles" Target="/ppt/tableStyles.xml" Id="R948daebf6a0f4f29" /><Relationship Type="http://schemas.openxmlformats.org/officeDocument/2006/relationships/slide" Target="/ppt/slides/slide1.xml" Id="R1609a033366945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38d579b7784c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6d2dcac910419c" /><Relationship Type="http://schemas.openxmlformats.org/officeDocument/2006/relationships/notesMaster" Target="/ppt/notesMasters/notesMaster1.xml" Id="Ree29de9507174c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manuscript: /Users/supocoral/Github/OrbInspect/OrbInspectLatex/main.tex, especially the visibility/dwell model (lines 243–260), dynamic feasibility and cost (lines 264–287), SOOA definition and passive audit (lines 289–319), and finite graph (lines 344–372, 465–501).</a:t>
            </a:r>
          </a:p>
          <a:p xmlns:a="http://schemas.openxmlformats.org/drawingml/2006/main">
            <a:r>
              <a:t>- Local implementation: src/orbinspect_safety/orbinspect_safety/keepout_zones.py (station-primitive safety envelope rather than an ellipsoid).</a:t>
            </a:r>
          </a:p>
          <a:p xmlns:a="http://schemas.openxmlformats.org/drawingml/2006/main">
            <a:r>
              <a:t>- All visual elements are native editable PowerPoint shapes; no external image assets are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ec3f5208244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19dedeef014cab" /><Relationship Type="http://schemas.openxmlformats.org/officeDocument/2006/relationships/slideLayout" Target="/ppt/slideLayouts/slideLayout1.xml" Id="R8c6c9a791e464d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6c9a791e464d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62c8ae17048ab" /><Relationship Type="http://schemas.openxmlformats.org/officeDocument/2006/relationships/notesSlide" Target="/ppt/notesSlides/notesSlide1.xml" Id="Rd438fc85948e41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8" name="outer-border">
            <a:extLst xmlns:a="http://schemas.openxmlformats.org/drawingml/2006/main">
              <a:ext uri="{FF2B5EF4-FFF2-40B4-BE49-F238E27FC236}">
                <a16:creationId xmlns:a16="http://schemas.microsoft.com/office/drawing/2014/main" id="{5E94F6F9-054B-4843-96D4-B6E2C83A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19050"/>
            <a:ext cx="13677900" cy="967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E4754"/>
            </a:solidFill>
            <a:prstDash val="solid"/>
          </a:ln>
        </p:spPr>
      </p:sp>
      <p:sp>
        <p:nvSpPr>
          <p:cNvPr id="2" name="vertical-panel-divider">
            <a:extLst xmlns:a="http://schemas.openxmlformats.org/drawingml/2006/main">
              <a:ext uri="{FF2B5EF4-FFF2-40B4-BE49-F238E27FC236}">
                <a16:creationId xmlns:a16="http://schemas.microsoft.com/office/drawing/2014/main" id="{BCC95E13-9234-46AE-90EC-9AB12B6A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0"/>
            <a:ext cx="9525" cy="9124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AB3BF"/>
            </a:solidFill>
            <a:prstDash val="solid"/>
          </a:ln>
        </p:spPr>
      </p:sp>
      <p:sp>
        <p:nvSpPr>
          <p:cNvPr id="3" name="horizontal-panel-divider">
            <a:extLst xmlns:a="http://schemas.openxmlformats.org/drawingml/2006/main">
              <a:ext uri="{FF2B5EF4-FFF2-40B4-BE49-F238E27FC236}">
                <a16:creationId xmlns:a16="http://schemas.microsoft.com/office/drawing/2014/main" id="{E2E64428-D071-4B68-980C-79A723CF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4762500"/>
            <a:ext cx="1371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AB3BF"/>
            </a:solidFill>
            <a:prstDash val="solid"/>
          </a:ln>
        </p:spPr>
      </p:sp>
      <p:sp>
        <p:nvSpPr>
          <p:cNvPr id="4" name="panel-A-letter">
            <a:extLst xmlns:a="http://schemas.openxmlformats.org/drawingml/2006/main">
              <a:ext uri="{FF2B5EF4-FFF2-40B4-BE49-F238E27FC236}">
                <a16:creationId xmlns:a16="http://schemas.microsoft.com/office/drawing/2014/main" id="{7A472B90-6428-4A87-B6EC-F65A2AFC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762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AE358854-9B5A-4FB9-B2CF-987796AD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LVLH inspection geometry and candidate views</a:t>
            </a:r>
          </a:p>
        </p:txBody>
      </p:sp>
      <p:sp>
        <p:nvSpPr>
          <p:cNvPr id="6" name="A-viewpoint-shell">
            <a:extLst xmlns:a="http://schemas.openxmlformats.org/drawingml/2006/main">
              <a:ext uri="{FF2B5EF4-FFF2-40B4-BE49-F238E27FC236}">
                <a16:creationId xmlns:a16="http://schemas.microsoft.com/office/drawing/2014/main" id="{3E8F1BEA-6F47-43EE-984C-46BDC947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5619750" cy="3105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878C8">
                <a:alpha val="55000"/>
              </a:srgbClr>
            </a:solidFill>
            <a:prstDash val="solid"/>
          </a:ln>
        </p:spPr>
      </p:sp>
      <p:sp>
        <p:nvSpPr>
          <p:cNvPr id="7" name="A-viewpoint-shell-inner">
            <a:extLst xmlns:a="http://schemas.openxmlformats.org/drawingml/2006/main">
              <a:ext uri="{FF2B5EF4-FFF2-40B4-BE49-F238E27FC236}">
                <a16:creationId xmlns:a16="http://schemas.microsoft.com/office/drawing/2014/main" id="{3C66D86A-B8FE-47DF-98C4-5067F307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19175"/>
            <a:ext cx="4552950" cy="234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878C8">
                <a:alpha val="55000"/>
              </a:srgbClr>
            </a:solidFill>
            <a:prstDash val="dot"/>
          </a:ln>
        </p:spPr>
      </p:sp>
      <p:sp>
        <p:nvSpPr>
          <p:cNvPr id="8" name="A-safety-envelope-horizontal">
            <a:extLst xmlns:a="http://schemas.openxmlformats.org/drawingml/2006/main">
              <a:ext uri="{FF2B5EF4-FFF2-40B4-BE49-F238E27FC236}">
                <a16:creationId xmlns:a16="http://schemas.microsoft.com/office/drawing/2014/main" id="{4099AC9E-88CF-4A65-A3A3-91B3D5A3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592" y="1903571"/>
            <a:ext cx="3412617" cy="585788"/>
          </a:xfrm>
          <a:prstGeom xmlns:a="http://schemas.openxmlformats.org/drawingml/2006/main" prst="roundRect">
            <a:avLst>
              <a:gd name="adj" fmla="val 13008"/>
            </a:avLst>
          </a:prstGeom>
          <a:solidFill xmlns:a="http://schemas.openxmlformats.org/drawingml/2006/main">
            <a:srgbClr val="DCEBFA">
              <a:alpha val="20000"/>
            </a:srgbClr>
          </a:solidFill>
          <a:ln xmlns:a="http://schemas.openxmlformats.org/drawingml/2006/main" w="13335">
            <a:solidFill>
              <a:srgbClr val="2878C8">
                <a:alpha val="70000"/>
              </a:srgbClr>
            </a:solidFill>
            <a:prstDash val="dash"/>
          </a:ln>
        </p:spPr>
      </p:sp>
      <p:sp>
        <p:nvSpPr>
          <p:cNvPr id="9" name="A-safety-envelope-vertical">
            <a:extLst xmlns:a="http://schemas.openxmlformats.org/drawingml/2006/main">
              <a:ext uri="{FF2B5EF4-FFF2-40B4-BE49-F238E27FC236}">
                <a16:creationId xmlns:a16="http://schemas.microsoft.com/office/drawing/2014/main" id="{C2023355-ABA7-474B-A03C-CB873DD2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788" y="1102995"/>
            <a:ext cx="1030224" cy="2108835"/>
          </a:xfrm>
          <a:prstGeom xmlns:a="http://schemas.openxmlformats.org/drawingml/2006/main" prst="roundRect">
            <a:avLst>
              <a:gd name="adj" fmla="val 7396"/>
            </a:avLst>
          </a:prstGeom>
          <a:solidFill xmlns:a="http://schemas.openxmlformats.org/drawingml/2006/main">
            <a:srgbClr val="DCEBFA">
              <a:alpha val="16000"/>
            </a:srgbClr>
          </a:solidFill>
          <a:ln xmlns:a="http://schemas.openxmlformats.org/drawingml/2006/main" w="13335">
            <a:solidFill>
              <a:srgbClr val="2878C8">
                <a:alpha val="70000"/>
              </a:srgbClr>
            </a:solidFill>
            <a:prstDash val="dash"/>
          </a:ln>
        </p:spPr>
      </p:sp>
      <p:sp>
        <p:nvSpPr>
          <p:cNvPr id="10" name="A-iss-left-outer">
            <a:extLst xmlns:a="http://schemas.openxmlformats.org/drawingml/2006/main">
              <a:ext uri="{FF2B5EF4-FFF2-40B4-BE49-F238E27FC236}">
                <a16:creationId xmlns:a16="http://schemas.microsoft.com/office/drawing/2014/main" id="{1159815F-554A-4F85-BFFB-32B2FD6C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1885950" y="1581150"/>
            <a:ext cx="63207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1" name="A-iss-left-outer-grid">
            <a:extLst xmlns:a="http://schemas.openxmlformats.org/drawingml/2006/main">
              <a:ext uri="{FF2B5EF4-FFF2-40B4-BE49-F238E27FC236}">
                <a16:creationId xmlns:a16="http://schemas.microsoft.com/office/drawing/2014/main" id="{8E41A96B-B66B-4E9C-9B67-D1A5BDA6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85950" y="1838325"/>
            <a:ext cx="63207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91A5BB"/>
            </a:solidFill>
            <a:prstDash val="solid"/>
          </a:ln>
        </p:spPr>
      </p:sp>
      <p:sp>
        <p:nvSpPr>
          <p:cNvPr id="12" name="A-iss-left-inner">
            <a:extLst xmlns:a="http://schemas.openxmlformats.org/drawingml/2006/main">
              <a:ext uri="{FF2B5EF4-FFF2-40B4-BE49-F238E27FC236}">
                <a16:creationId xmlns:a16="http://schemas.microsoft.com/office/drawing/2014/main" id="{B23F4477-DB1B-4CBF-8133-27B31918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2623376" y="1581150"/>
            <a:ext cx="63207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3" name="A-iss-left-inner-grid">
            <a:extLst xmlns:a="http://schemas.openxmlformats.org/drawingml/2006/main">
              <a:ext uri="{FF2B5EF4-FFF2-40B4-BE49-F238E27FC236}">
                <a16:creationId xmlns:a16="http://schemas.microsoft.com/office/drawing/2014/main" id="{EEBD333C-7CB7-4189-9690-52C01988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23376" y="1838325"/>
            <a:ext cx="63207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91A5BB"/>
            </a:solidFill>
            <a:prstDash val="solid"/>
          </a:ln>
        </p:spPr>
      </p:sp>
      <p:sp>
        <p:nvSpPr>
          <p:cNvPr id="14" name="A-iss-right-inner">
            <a:extLst xmlns:a="http://schemas.openxmlformats.org/drawingml/2006/main">
              <a:ext uri="{FF2B5EF4-FFF2-40B4-BE49-F238E27FC236}">
                <a16:creationId xmlns:a16="http://schemas.microsoft.com/office/drawing/2014/main" id="{4B6F4009-5C75-4679-BFD5-3BC13661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3526345" y="1581150"/>
            <a:ext cx="63207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5" name="A-iss-right-inner-grid">
            <a:extLst xmlns:a="http://schemas.openxmlformats.org/drawingml/2006/main">
              <a:ext uri="{FF2B5EF4-FFF2-40B4-BE49-F238E27FC236}">
                <a16:creationId xmlns:a16="http://schemas.microsoft.com/office/drawing/2014/main" id="{522CB7D5-D4A6-490A-A2EA-46EE54FC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6345" y="1838325"/>
            <a:ext cx="63207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91A5BB"/>
            </a:solidFill>
            <a:prstDash val="solid"/>
          </a:ln>
        </p:spPr>
      </p:sp>
      <p:sp>
        <p:nvSpPr>
          <p:cNvPr id="16" name="A-iss-right-outer">
            <a:extLst xmlns:a="http://schemas.openxmlformats.org/drawingml/2006/main">
              <a:ext uri="{FF2B5EF4-FFF2-40B4-BE49-F238E27FC236}">
                <a16:creationId xmlns:a16="http://schemas.microsoft.com/office/drawing/2014/main" id="{FF7A9C0E-265B-4DE0-9F2E-4854C3F6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4263771" y="1581150"/>
            <a:ext cx="63207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7" name="A-iss-right-outer-grid">
            <a:extLst xmlns:a="http://schemas.openxmlformats.org/drawingml/2006/main">
              <a:ext uri="{FF2B5EF4-FFF2-40B4-BE49-F238E27FC236}">
                <a16:creationId xmlns:a16="http://schemas.microsoft.com/office/drawing/2014/main" id="{0D54DF7B-82E2-4E9F-9002-99934D57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63771" y="1838325"/>
            <a:ext cx="63207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91A5BB"/>
            </a:solidFill>
            <a:prstDash val="solid"/>
          </a:ln>
        </p:spPr>
      </p:sp>
      <p:sp>
        <p:nvSpPr>
          <p:cNvPr id="18" name="A-iss-truss">
            <a:extLst xmlns:a="http://schemas.openxmlformats.org/drawingml/2006/main">
              <a:ext uri="{FF2B5EF4-FFF2-40B4-BE49-F238E27FC236}">
                <a16:creationId xmlns:a16="http://schemas.microsoft.com/office/drawing/2014/main" id="{E54F20C2-6972-4722-8E02-5150F92A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336" y="2095500"/>
            <a:ext cx="216712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2"/>
          </a:solidFill>
          <a:ln xmlns:a="http://schemas.openxmlformats.org/drawingml/2006/main" w="10478">
            <a:solidFill>
              <a:srgbClr val="6F757C"/>
            </a:solidFill>
            <a:prstDash val="solid"/>
          </a:ln>
        </p:spPr>
      </p:sp>
      <p:sp>
        <p:nvSpPr>
          <p:cNvPr id="19" name="A-iss-truss-0">
            <a:extLst xmlns:a="http://schemas.openxmlformats.org/drawingml/2006/main">
              <a:ext uri="{FF2B5EF4-FFF2-40B4-BE49-F238E27FC236}">
                <a16:creationId xmlns:a16="http://schemas.microsoft.com/office/drawing/2014/main" id="{3A9DF262-C4B0-4BBC-8EBD-0619E30C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67534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0" name="A-iss-truss-1">
            <a:extLst xmlns:a="http://schemas.openxmlformats.org/drawingml/2006/main">
              <a:ext uri="{FF2B5EF4-FFF2-40B4-BE49-F238E27FC236}">
                <a16:creationId xmlns:a16="http://schemas.microsoft.com/office/drawing/2014/main" id="{BBADD6E9-0F9E-4801-A8C8-5EC4F021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99296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1" name="A-iss-truss-2">
            <a:extLst xmlns:a="http://schemas.openxmlformats.org/drawingml/2006/main">
              <a:ext uri="{FF2B5EF4-FFF2-40B4-BE49-F238E27FC236}">
                <a16:creationId xmlns:a16="http://schemas.microsoft.com/office/drawing/2014/main" id="{6AEAB33F-B76F-4324-AB85-5DC422DB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31059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2" name="A-iss-truss-3">
            <a:extLst xmlns:a="http://schemas.openxmlformats.org/drawingml/2006/main">
              <a:ext uri="{FF2B5EF4-FFF2-40B4-BE49-F238E27FC236}">
                <a16:creationId xmlns:a16="http://schemas.microsoft.com/office/drawing/2014/main" id="{3B95714A-207B-4A9C-9600-5C3D3555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62821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3" name="A-iss-truss-4">
            <a:extLst xmlns:a="http://schemas.openxmlformats.org/drawingml/2006/main">
              <a:ext uri="{FF2B5EF4-FFF2-40B4-BE49-F238E27FC236}">
                <a16:creationId xmlns:a16="http://schemas.microsoft.com/office/drawing/2014/main" id="{91989C27-430D-4373-9999-63818897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94583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4" name="A-iss-truss-5">
            <a:extLst xmlns:a="http://schemas.openxmlformats.org/drawingml/2006/main">
              <a:ext uri="{FF2B5EF4-FFF2-40B4-BE49-F238E27FC236}">
                <a16:creationId xmlns:a16="http://schemas.microsoft.com/office/drawing/2014/main" id="{57EECB30-C1DC-49E6-8FB4-3A2EC62D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6346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5" name="A-iss-truss-6">
            <a:extLst xmlns:a="http://schemas.openxmlformats.org/drawingml/2006/main">
              <a:ext uri="{FF2B5EF4-FFF2-40B4-BE49-F238E27FC236}">
                <a16:creationId xmlns:a16="http://schemas.microsoft.com/office/drawing/2014/main" id="{CD8C471D-9D62-45DF-A0EC-DAE0C781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58108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6" name="A-iss-truss-7">
            <a:extLst xmlns:a="http://schemas.openxmlformats.org/drawingml/2006/main">
              <a:ext uri="{FF2B5EF4-FFF2-40B4-BE49-F238E27FC236}">
                <a16:creationId xmlns:a16="http://schemas.microsoft.com/office/drawing/2014/main" id="{A9BCED0D-4817-417C-B5E3-0B92E2D1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89870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7" name="A-iss-truss-8">
            <a:extLst xmlns:a="http://schemas.openxmlformats.org/drawingml/2006/main">
              <a:ext uri="{FF2B5EF4-FFF2-40B4-BE49-F238E27FC236}">
                <a16:creationId xmlns:a16="http://schemas.microsoft.com/office/drawing/2014/main" id="{EBE95AFC-D812-485C-959B-3B7C7FCC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21632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8" name="A-iss-spine">
            <a:extLst xmlns:a="http://schemas.openxmlformats.org/drawingml/2006/main">
              <a:ext uri="{FF2B5EF4-FFF2-40B4-BE49-F238E27FC236}">
                <a16:creationId xmlns:a16="http://schemas.microsoft.com/office/drawing/2014/main" id="{0EF0084F-229C-41B6-9E47-11508B53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454" y="1238250"/>
            <a:ext cx="270891" cy="1771650"/>
          </a:xfrm>
          <a:prstGeom xmlns:a="http://schemas.openxmlformats.org/drawingml/2006/main" prst="roundRect">
            <a:avLst>
              <a:gd name="adj" fmla="val 28129"/>
            </a:avLst>
          </a:prstGeom>
          <a:solidFill xmlns:a="http://schemas.openxmlformats.org/drawingml/2006/main">
            <a:srgbClr val="C9CDD2"/>
          </a:solidFill>
          <a:ln xmlns:a="http://schemas.openxmlformats.org/drawingml/2006/main" w="11430">
            <a:solidFill>
              <a:srgbClr val="6F757C"/>
            </a:solidFill>
            <a:prstDash val="solid"/>
          </a:ln>
        </p:spPr>
      </p:sp>
      <p:sp>
        <p:nvSpPr>
          <p:cNvPr id="29" name="A-iss-lab">
            <a:extLst xmlns:a="http://schemas.openxmlformats.org/drawingml/2006/main">
              <a:ext uri="{FF2B5EF4-FFF2-40B4-BE49-F238E27FC236}">
                <a16:creationId xmlns:a16="http://schemas.microsoft.com/office/drawing/2014/main" id="{DE66A327-2FFC-4795-831F-210BA46D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514" y="1962150"/>
            <a:ext cx="842772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9CDD2"/>
          </a:solidFill>
          <a:ln xmlns:a="http://schemas.openxmlformats.org/drawingml/2006/main" w="10478">
            <a:solidFill>
              <a:srgbClr val="6F757C"/>
            </a:solidFill>
            <a:prstDash val="solid"/>
          </a:ln>
        </p:spPr>
      </p:sp>
      <p:sp>
        <p:nvSpPr>
          <p:cNvPr id="30" name="A-iss-node">
            <a:extLst xmlns:a="http://schemas.openxmlformats.org/drawingml/2006/main">
              <a:ext uri="{FF2B5EF4-FFF2-40B4-BE49-F238E27FC236}">
                <a16:creationId xmlns:a16="http://schemas.microsoft.com/office/drawing/2014/main" id="{F81715E6-B3D5-468C-A411-28A472C7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108" y="1771650"/>
            <a:ext cx="481584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9CDD2"/>
          </a:solidFill>
          <a:ln xmlns:a="http://schemas.openxmlformats.org/drawingml/2006/main" w="10478">
            <a:solidFill>
              <a:srgbClr val="6F757C"/>
            </a:solidFill>
            <a:prstDash val="solid"/>
          </a:ln>
        </p:spPr>
      </p:sp>
      <p:sp>
        <p:nvSpPr>
          <p:cNvPr id="31" name="A-iss-lower">
            <a:extLst xmlns:a="http://schemas.openxmlformats.org/drawingml/2006/main">
              <a:ext uri="{FF2B5EF4-FFF2-40B4-BE49-F238E27FC236}">
                <a16:creationId xmlns:a16="http://schemas.microsoft.com/office/drawing/2014/main" id="{51685A6A-9CC6-48CF-A34D-5070F1C8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910" y="2476500"/>
            <a:ext cx="60198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9CDD2"/>
          </a:solidFill>
          <a:ln xmlns:a="http://schemas.openxmlformats.org/drawingml/2006/main" w="10478">
            <a:solidFill>
              <a:srgbClr val="6F757C"/>
            </a:solidFill>
            <a:prstDash val="solid"/>
          </a:ln>
        </p:spPr>
      </p:sp>
      <p:sp>
        <p:nvSpPr>
          <p:cNvPr id="32" name="A-iss-hub">
            <a:extLst xmlns:a="http://schemas.openxmlformats.org/drawingml/2006/main">
              <a:ext uri="{FF2B5EF4-FFF2-40B4-BE49-F238E27FC236}">
                <a16:creationId xmlns:a16="http://schemas.microsoft.com/office/drawing/2014/main" id="{72B6A85B-5EF8-48D5-9FD1-6C34E6FB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356" y="1971675"/>
            <a:ext cx="331089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5E8"/>
          </a:solidFill>
          <a:ln xmlns:a="http://schemas.openxmlformats.org/drawingml/2006/main" w="10478">
            <a:solidFill>
              <a:srgbClr val="6F757C"/>
            </a:solidFill>
            <a:prstDash val="solid"/>
          </a:ln>
        </p:spPr>
      </p:sp>
      <p:sp>
        <p:nvSpPr>
          <p:cNvPr id="33" name="A-target-1">
            <a:extLst xmlns:a="http://schemas.openxmlformats.org/drawingml/2006/main">
              <a:ext uri="{FF2B5EF4-FFF2-40B4-BE49-F238E27FC236}">
                <a16:creationId xmlns:a16="http://schemas.microsoft.com/office/drawing/2014/main" id="{35859F22-D1DF-450D-B777-FEAEDC16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971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34" name="A-target-2">
            <a:extLst xmlns:a="http://schemas.openxmlformats.org/drawingml/2006/main">
              <a:ext uri="{FF2B5EF4-FFF2-40B4-BE49-F238E27FC236}">
                <a16:creationId xmlns:a16="http://schemas.microsoft.com/office/drawing/2014/main" id="{952CAFD1-0D8B-4A6A-9212-0A1CC16D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66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35" name="A-target-3">
            <a:extLst xmlns:a="http://schemas.openxmlformats.org/drawingml/2006/main">
              <a:ext uri="{FF2B5EF4-FFF2-40B4-BE49-F238E27FC236}">
                <a16:creationId xmlns:a16="http://schemas.microsoft.com/office/drawing/2014/main" id="{76D778C7-D8A1-43E4-B60F-4D9757BF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36" name="A-target-4">
            <a:extLst xmlns:a="http://schemas.openxmlformats.org/drawingml/2006/main">
              <a:ext uri="{FF2B5EF4-FFF2-40B4-BE49-F238E27FC236}">
                <a16:creationId xmlns:a16="http://schemas.microsoft.com/office/drawing/2014/main" id="{B6E46EBF-391C-4ADE-B9F7-A447F681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828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37" name="A-target-5">
            <a:extLst xmlns:a="http://schemas.openxmlformats.org/drawingml/2006/main">
              <a:ext uri="{FF2B5EF4-FFF2-40B4-BE49-F238E27FC236}">
                <a16:creationId xmlns:a16="http://schemas.microsoft.com/office/drawing/2014/main" id="{BD19F31D-A0C3-48CC-99FE-70B551A4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12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1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38" name="A-target-6">
            <a:extLst xmlns:a="http://schemas.openxmlformats.org/drawingml/2006/main">
              <a:ext uri="{FF2B5EF4-FFF2-40B4-BE49-F238E27FC236}">
                <a16:creationId xmlns:a16="http://schemas.microsoft.com/office/drawing/2014/main" id="{91D1C415-A416-4C26-B537-6457D01B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1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39" name="A-target-7">
            <a:extLst xmlns:a="http://schemas.openxmlformats.org/drawingml/2006/main">
              <a:ext uri="{FF2B5EF4-FFF2-40B4-BE49-F238E27FC236}">
                <a16:creationId xmlns:a16="http://schemas.microsoft.com/office/drawing/2014/main" id="{8A6A9C35-29D3-47D1-88BD-180F5AF8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486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40" name="A-target-8">
            <a:extLst xmlns:a="http://schemas.openxmlformats.org/drawingml/2006/main">
              <a:ext uri="{FF2B5EF4-FFF2-40B4-BE49-F238E27FC236}">
                <a16:creationId xmlns:a16="http://schemas.microsoft.com/office/drawing/2014/main" id="{C24365A9-CE29-4612-9947-AC8A509C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81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41" name="A-view-seed-1-body">
            <a:extLst xmlns:a="http://schemas.openxmlformats.org/drawingml/2006/main">
              <a:ext uri="{FF2B5EF4-FFF2-40B4-BE49-F238E27FC236}">
                <a16:creationId xmlns:a16="http://schemas.microsoft.com/office/drawing/2014/main" id="{E0B7C90A-37DF-4A2A-AC5D-47F1F3F7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66572" y="1603248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42" name="A-view-seed-1-barrel">
            <a:extLst xmlns:a="http://schemas.openxmlformats.org/drawingml/2006/main">
              <a:ext uri="{FF2B5EF4-FFF2-40B4-BE49-F238E27FC236}">
                <a16:creationId xmlns:a16="http://schemas.microsoft.com/office/drawing/2014/main" id="{818A7343-6C48-4A41-B47C-F17BA68C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61833" y="1607019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43" name="A-view-seed-1-aperture">
            <a:extLst xmlns:a="http://schemas.openxmlformats.org/drawingml/2006/main">
              <a:ext uri="{FF2B5EF4-FFF2-40B4-BE49-F238E27FC236}">
                <a16:creationId xmlns:a16="http://schemas.microsoft.com/office/drawing/2014/main" id="{B57E7F61-47E2-46E8-A8C2-C95A5C79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34451" y="1603955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44" name="A-view-seed-1-glass">
            <a:extLst xmlns:a="http://schemas.openxmlformats.org/drawingml/2006/main">
              <a:ext uri="{FF2B5EF4-FFF2-40B4-BE49-F238E27FC236}">
                <a16:creationId xmlns:a16="http://schemas.microsoft.com/office/drawing/2014/main" id="{82EC434E-90CE-4DDA-9E41-B47F297D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60880" y="1621885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45" name="A-view-seed-1-viewfinder">
            <a:extLst xmlns:a="http://schemas.openxmlformats.org/drawingml/2006/main">
              <a:ext uri="{FF2B5EF4-FFF2-40B4-BE49-F238E27FC236}">
                <a16:creationId xmlns:a16="http://schemas.microsoft.com/office/drawing/2014/main" id="{B5AB25FD-A30E-4A95-8E4B-3FE18907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95261" y="1566808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46" name="A-view-seed-1-mount">
            <a:extLst xmlns:a="http://schemas.openxmlformats.org/drawingml/2006/main">
              <a:ext uri="{FF2B5EF4-FFF2-40B4-BE49-F238E27FC236}">
                <a16:creationId xmlns:a16="http://schemas.microsoft.com/office/drawing/2014/main" id="{0617B641-726A-4C49-A142-9FD2C269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31242" y="1648496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47" name="A-view-seed-2-body">
            <a:extLst xmlns:a="http://schemas.openxmlformats.org/drawingml/2006/main">
              <a:ext uri="{FF2B5EF4-FFF2-40B4-BE49-F238E27FC236}">
                <a16:creationId xmlns:a16="http://schemas.microsoft.com/office/drawing/2014/main" id="{6F945EF7-1B90-48C9-A2C3-CCD05E2B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1147572" y="879348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48" name="A-view-seed-2-barrel">
            <a:extLst xmlns:a="http://schemas.openxmlformats.org/drawingml/2006/main">
              <a:ext uri="{FF2B5EF4-FFF2-40B4-BE49-F238E27FC236}">
                <a16:creationId xmlns:a16="http://schemas.microsoft.com/office/drawing/2014/main" id="{50C9EA4D-3155-4A15-B40B-ADF2E254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1331317" y="960174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49" name="A-view-seed-2-aperture">
            <a:extLst xmlns:a="http://schemas.openxmlformats.org/drawingml/2006/main">
              <a:ext uri="{FF2B5EF4-FFF2-40B4-BE49-F238E27FC236}">
                <a16:creationId xmlns:a16="http://schemas.microsoft.com/office/drawing/2014/main" id="{666A17BB-9382-4B64-9206-AF09EA0A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1399329" y="987933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50" name="A-view-seed-2-glass">
            <a:extLst xmlns:a="http://schemas.openxmlformats.org/drawingml/2006/main">
              <a:ext uri="{FF2B5EF4-FFF2-40B4-BE49-F238E27FC236}">
                <a16:creationId xmlns:a16="http://schemas.microsoft.com/office/drawing/2014/main" id="{A48AC863-4D6E-4BD0-9649-9BEDB362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1424990" y="1011000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51" name="A-view-seed-2-viewfinder">
            <a:extLst xmlns:a="http://schemas.openxmlformats.org/drawingml/2006/main">
              <a:ext uri="{FF2B5EF4-FFF2-40B4-BE49-F238E27FC236}">
                <a16:creationId xmlns:a16="http://schemas.microsoft.com/office/drawing/2014/main" id="{DD332044-98A5-48CF-B887-0D8EBCF0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1229934" y="835174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52" name="A-view-seed-2-mount">
            <a:extLst xmlns:a="http://schemas.openxmlformats.org/drawingml/2006/main">
              <a:ext uri="{FF2B5EF4-FFF2-40B4-BE49-F238E27FC236}">
                <a16:creationId xmlns:a16="http://schemas.microsoft.com/office/drawing/2014/main" id="{9AE4D39F-3980-4D44-B065-79A7E5D4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1122990" y="852678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53" name="A-view-seed-3-body">
            <a:extLst xmlns:a="http://schemas.openxmlformats.org/drawingml/2006/main">
              <a:ext uri="{FF2B5EF4-FFF2-40B4-BE49-F238E27FC236}">
                <a16:creationId xmlns:a16="http://schemas.microsoft.com/office/drawing/2014/main" id="{BA38F5DC-0AEA-4C28-BE2D-5DE2A96B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00000">
            <a:off x="2157222" y="612648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54" name="A-view-seed-3-barrel">
            <a:extLst xmlns:a="http://schemas.openxmlformats.org/drawingml/2006/main">
              <a:ext uri="{FF2B5EF4-FFF2-40B4-BE49-F238E27FC236}">
                <a16:creationId xmlns:a16="http://schemas.microsoft.com/office/drawing/2014/main" id="{23563F37-7D02-45B7-95F5-BC607894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00000">
            <a:off x="2274624" y="759817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55" name="A-view-seed-3-aperture">
            <a:extLst xmlns:a="http://schemas.openxmlformats.org/drawingml/2006/main">
              <a:ext uri="{FF2B5EF4-FFF2-40B4-BE49-F238E27FC236}">
                <a16:creationId xmlns:a16="http://schemas.microsoft.com/office/drawing/2014/main" id="{2DDC2C00-7134-4495-A155-ABF638B8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00000">
            <a:off x="2316099" y="814113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56" name="A-view-seed-3-glass">
            <a:extLst xmlns:a="http://schemas.openxmlformats.org/drawingml/2006/main">
              <a:ext uri="{FF2B5EF4-FFF2-40B4-BE49-F238E27FC236}">
                <a16:creationId xmlns:a16="http://schemas.microsoft.com/office/drawing/2014/main" id="{8C950F7D-073A-4365-BD9D-9DFC9F7E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00000">
            <a:off x="2337337" y="841603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57" name="A-view-seed-3-viewfinder">
            <a:extLst xmlns:a="http://schemas.openxmlformats.org/drawingml/2006/main">
              <a:ext uri="{FF2B5EF4-FFF2-40B4-BE49-F238E27FC236}">
                <a16:creationId xmlns:a16="http://schemas.microsoft.com/office/drawing/2014/main" id="{02909BDB-5DDC-4BD4-958A-13CE7B9D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00000">
            <a:off x="2297082" y="599434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58" name="A-view-seed-3-mount">
            <a:extLst xmlns:a="http://schemas.openxmlformats.org/drawingml/2006/main">
              <a:ext uri="{FF2B5EF4-FFF2-40B4-BE49-F238E27FC236}">
                <a16:creationId xmlns:a16="http://schemas.microsoft.com/office/drawing/2014/main" id="{439E3E4B-78B5-4AFF-8965-42E24629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00000">
            <a:off x="2194560" y="524058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59" name="A-view-seed-4-body">
            <a:extLst xmlns:a="http://schemas.openxmlformats.org/drawingml/2006/main">
              <a:ext uri="{FF2B5EF4-FFF2-40B4-BE49-F238E27FC236}">
                <a16:creationId xmlns:a16="http://schemas.microsoft.com/office/drawing/2014/main" id="{4983FFB1-93B0-4164-A317-8F59E03B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66897" y="507873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60" name="A-view-seed-4-barrel">
            <a:extLst xmlns:a="http://schemas.openxmlformats.org/drawingml/2006/main">
              <a:ext uri="{FF2B5EF4-FFF2-40B4-BE49-F238E27FC236}">
                <a16:creationId xmlns:a16="http://schemas.microsoft.com/office/drawing/2014/main" id="{BCE54DE3-1E89-4A27-B469-4C2FFE1C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26333" y="667893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61" name="A-view-seed-4-aperture">
            <a:extLst xmlns:a="http://schemas.openxmlformats.org/drawingml/2006/main">
              <a:ext uri="{FF2B5EF4-FFF2-40B4-BE49-F238E27FC236}">
                <a16:creationId xmlns:a16="http://schemas.microsoft.com/office/drawing/2014/main" id="{D893BAAE-7EF5-48D9-81C3-B5C95EEC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44621" y="727329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62" name="A-view-seed-4-glass">
            <a:extLst xmlns:a="http://schemas.openxmlformats.org/drawingml/2006/main">
              <a:ext uri="{FF2B5EF4-FFF2-40B4-BE49-F238E27FC236}">
                <a16:creationId xmlns:a16="http://schemas.microsoft.com/office/drawing/2014/main" id="{94777D01-F69F-4FBB-A37E-82E7C72A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61995" y="755675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63" name="A-view-seed-4-viewfinder">
            <a:extLst xmlns:a="http://schemas.openxmlformats.org/drawingml/2006/main">
              <a:ext uri="{FF2B5EF4-FFF2-40B4-BE49-F238E27FC236}">
                <a16:creationId xmlns:a16="http://schemas.microsoft.com/office/drawing/2014/main" id="{FECA5F81-CD86-454B-94C0-68CF92D7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526917" y="530733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64" name="A-view-seed-4-mount">
            <a:extLst xmlns:a="http://schemas.openxmlformats.org/drawingml/2006/main">
              <a:ext uri="{FF2B5EF4-FFF2-40B4-BE49-F238E27FC236}">
                <a16:creationId xmlns:a16="http://schemas.microsoft.com/office/drawing/2014/main" id="{F74F1626-A697-47B3-8337-C198E89C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58337" y="407289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65" name="A-view-seed-5-body">
            <a:extLst xmlns:a="http://schemas.openxmlformats.org/drawingml/2006/main">
              <a:ext uri="{FF2B5EF4-FFF2-40B4-BE49-F238E27FC236}">
                <a16:creationId xmlns:a16="http://schemas.microsoft.com/office/drawing/2014/main" id="{1E600122-0840-41C7-BB9A-49E9019B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0">
            <a:off x="4700397" y="631698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66" name="A-view-seed-5-barrel">
            <a:extLst xmlns:a="http://schemas.openxmlformats.org/drawingml/2006/main">
              <a:ext uri="{FF2B5EF4-FFF2-40B4-BE49-F238E27FC236}">
                <a16:creationId xmlns:a16="http://schemas.microsoft.com/office/drawing/2014/main" id="{D58891E5-E577-49C2-A8A7-FA9A79E6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0">
            <a:off x="4712922" y="783446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67" name="A-view-seed-5-aperture">
            <a:extLst xmlns:a="http://schemas.openxmlformats.org/drawingml/2006/main">
              <a:ext uri="{FF2B5EF4-FFF2-40B4-BE49-F238E27FC236}">
                <a16:creationId xmlns:a16="http://schemas.microsoft.com/office/drawing/2014/main" id="{CB941C96-5CAB-4B2B-8059-B7F3CB61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0">
            <a:off x="4712445" y="839574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68" name="A-view-seed-5-glass">
            <a:extLst xmlns:a="http://schemas.openxmlformats.org/drawingml/2006/main">
              <a:ext uri="{FF2B5EF4-FFF2-40B4-BE49-F238E27FC236}">
                <a16:creationId xmlns:a16="http://schemas.microsoft.com/office/drawing/2014/main" id="{6C1A1259-07E4-413B-B420-DA70B1AB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0">
            <a:off x="4726691" y="867368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69" name="A-view-seed-5-viewfinder">
            <a:extLst xmlns:a="http://schemas.openxmlformats.org/drawingml/2006/main">
              <a:ext uri="{FF2B5EF4-FFF2-40B4-BE49-F238E27FC236}">
                <a16:creationId xmlns:a16="http://schemas.microsoft.com/office/drawing/2014/main" id="{2F79A47E-FF3E-4C2F-9D12-CF14135B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0">
            <a:off x="4864285" y="687487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70" name="A-view-seed-5-mount">
            <a:extLst xmlns:a="http://schemas.openxmlformats.org/drawingml/2006/main">
              <a:ext uri="{FF2B5EF4-FFF2-40B4-BE49-F238E27FC236}">
                <a16:creationId xmlns:a16="http://schemas.microsoft.com/office/drawing/2014/main" id="{CEFA5FF7-002F-4BE7-A8D5-6DD77E38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0">
            <a:off x="4835621" y="538834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71" name="A-view-seed-6-body">
            <a:extLst xmlns:a="http://schemas.openxmlformats.org/drawingml/2006/main">
              <a:ext uri="{FF2B5EF4-FFF2-40B4-BE49-F238E27FC236}">
                <a16:creationId xmlns:a16="http://schemas.microsoft.com/office/drawing/2014/main" id="{C9CF591A-D397-43C5-90B3-40E22E51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0">
            <a:off x="5690997" y="1155573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72" name="A-view-seed-6-barrel">
            <a:extLst xmlns:a="http://schemas.openxmlformats.org/drawingml/2006/main">
              <a:ext uri="{FF2B5EF4-FFF2-40B4-BE49-F238E27FC236}">
                <a16:creationId xmlns:a16="http://schemas.microsoft.com/office/drawing/2014/main" id="{11FAB4DA-83F0-462B-8D40-7A1D6E56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0">
            <a:off x="5631649" y="1247013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73" name="A-view-seed-6-aperture">
            <a:extLst xmlns:a="http://schemas.openxmlformats.org/drawingml/2006/main">
              <a:ext uri="{FF2B5EF4-FFF2-40B4-BE49-F238E27FC236}">
                <a16:creationId xmlns:a16="http://schemas.microsoft.com/office/drawing/2014/main" id="{8E972A23-8826-4A06-96D7-7E3B5CE4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0">
            <a:off x="5602423" y="1279017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74" name="A-view-seed-6-glass">
            <a:extLst xmlns:a="http://schemas.openxmlformats.org/drawingml/2006/main">
              <a:ext uri="{FF2B5EF4-FFF2-40B4-BE49-F238E27FC236}">
                <a16:creationId xmlns:a16="http://schemas.microsoft.com/office/drawing/2014/main" id="{BA2A4FB5-53A9-454B-8F6C-CA923B0B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0">
            <a:off x="5611878" y="1302791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75" name="A-view-seed-6-viewfinder">
            <a:extLst xmlns:a="http://schemas.openxmlformats.org/drawingml/2006/main">
              <a:ext uri="{FF2B5EF4-FFF2-40B4-BE49-F238E27FC236}">
                <a16:creationId xmlns:a16="http://schemas.microsoft.com/office/drawing/2014/main" id="{7074D8B8-0542-4B50-A0ED-1351D26A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0">
            <a:off x="5829054" y="1271338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76" name="A-view-seed-6-mount">
            <a:extLst xmlns:a="http://schemas.openxmlformats.org/drawingml/2006/main">
              <a:ext uri="{FF2B5EF4-FFF2-40B4-BE49-F238E27FC236}">
                <a16:creationId xmlns:a16="http://schemas.microsoft.com/office/drawing/2014/main" id="{85BA16A5-A9B8-4268-A1E4-EB7B6158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0">
            <a:off x="5893302" y="1118997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77" name="A-view-seed-7-body">
            <a:extLst xmlns:a="http://schemas.openxmlformats.org/drawingml/2006/main">
              <a:ext uri="{FF2B5EF4-FFF2-40B4-BE49-F238E27FC236}">
                <a16:creationId xmlns:a16="http://schemas.microsoft.com/office/drawing/2014/main" id="{5376E1E9-42FE-4059-98C7-B5A948B6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00000">
            <a:off x="5967222" y="2355723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78" name="A-view-seed-7-barrel">
            <a:extLst xmlns:a="http://schemas.openxmlformats.org/drawingml/2006/main">
              <a:ext uri="{FF2B5EF4-FFF2-40B4-BE49-F238E27FC236}">
                <a16:creationId xmlns:a16="http://schemas.microsoft.com/office/drawing/2014/main" id="{E97247F9-C570-4239-9F15-91BCBE82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00000">
            <a:off x="5890020" y="2390537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79" name="A-view-seed-7-aperture">
            <a:extLst xmlns:a="http://schemas.openxmlformats.org/drawingml/2006/main">
              <a:ext uri="{FF2B5EF4-FFF2-40B4-BE49-F238E27FC236}">
                <a16:creationId xmlns:a16="http://schemas.microsoft.com/office/drawing/2014/main" id="{08C06D8F-4D77-4FDD-BC16-439B558B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00000">
            <a:off x="5853653" y="2399891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80" name="A-view-seed-7-glass">
            <a:extLst xmlns:a="http://schemas.openxmlformats.org/drawingml/2006/main">
              <a:ext uri="{FF2B5EF4-FFF2-40B4-BE49-F238E27FC236}">
                <a16:creationId xmlns:a16="http://schemas.microsoft.com/office/drawing/2014/main" id="{0D18339F-09AA-4F3D-BAFA-B2D1F210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00000">
            <a:off x="5861917" y="2419890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81" name="A-view-seed-7-viewfinder">
            <a:extLst xmlns:a="http://schemas.openxmlformats.org/drawingml/2006/main">
              <a:ext uri="{FF2B5EF4-FFF2-40B4-BE49-F238E27FC236}">
                <a16:creationId xmlns:a16="http://schemas.microsoft.com/office/drawing/2014/main" id="{4309F5FC-583A-4F58-B637-07CF8143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00000">
            <a:off x="6071099" y="2494716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82" name="A-view-seed-7-mount">
            <a:extLst xmlns:a="http://schemas.openxmlformats.org/drawingml/2006/main">
              <a:ext uri="{FF2B5EF4-FFF2-40B4-BE49-F238E27FC236}">
                <a16:creationId xmlns:a16="http://schemas.microsoft.com/office/drawing/2014/main" id="{538E1060-B583-4E33-8488-3A6C053C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00000">
            <a:off x="6186191" y="2371998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83" name="A-view-seed-8-body">
            <a:extLst xmlns:a="http://schemas.openxmlformats.org/drawingml/2006/main">
              <a:ext uri="{FF2B5EF4-FFF2-40B4-BE49-F238E27FC236}">
                <a16:creationId xmlns:a16="http://schemas.microsoft.com/office/drawing/2014/main" id="{CEE3F9D5-2810-496B-A230-9FA926FC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0">
            <a:off x="5338572" y="3308223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84" name="A-view-seed-8-barrel">
            <a:extLst xmlns:a="http://schemas.openxmlformats.org/drawingml/2006/main">
              <a:ext uri="{FF2B5EF4-FFF2-40B4-BE49-F238E27FC236}">
                <a16:creationId xmlns:a16="http://schemas.microsoft.com/office/drawing/2014/main" id="{A0A66A87-BEF1-4B41-B2D4-9F84319F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0">
            <a:off x="5292937" y="3242918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85" name="A-view-seed-8-aperture">
            <a:extLst xmlns:a="http://schemas.openxmlformats.org/drawingml/2006/main">
              <a:ext uri="{FF2B5EF4-FFF2-40B4-BE49-F238E27FC236}">
                <a16:creationId xmlns:a16="http://schemas.microsoft.com/office/drawing/2014/main" id="{5E1F98A8-5E57-4A26-A92B-002ACD21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0">
            <a:off x="5269197" y="3212224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86" name="A-view-seed-8-glass">
            <a:extLst xmlns:a="http://schemas.openxmlformats.org/drawingml/2006/main">
              <a:ext uri="{FF2B5EF4-FFF2-40B4-BE49-F238E27FC236}">
                <a16:creationId xmlns:a16="http://schemas.microsoft.com/office/drawing/2014/main" id="{0A32B59A-84EF-4CE0-B902-76DE26EF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0">
            <a:off x="5279566" y="3225549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87" name="A-view-seed-8-viewfinder">
            <a:extLst xmlns:a="http://schemas.openxmlformats.org/drawingml/2006/main">
              <a:ext uri="{FF2B5EF4-FFF2-40B4-BE49-F238E27FC236}">
                <a16:creationId xmlns:a16="http://schemas.microsoft.com/office/drawing/2014/main" id="{F2AE3FD9-7110-478F-A34C-AE167C4E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0">
            <a:off x="5369390" y="3446195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88" name="A-view-seed-8-mount">
            <a:extLst xmlns:a="http://schemas.openxmlformats.org/drawingml/2006/main">
              <a:ext uri="{FF2B5EF4-FFF2-40B4-BE49-F238E27FC236}">
                <a16:creationId xmlns:a16="http://schemas.microsoft.com/office/drawing/2014/main" id="{550BDE1E-E7BA-47A3-82F8-44B04FAA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0">
            <a:off x="5528078" y="3417942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89" name="A-view-seed-9-body">
            <a:extLst xmlns:a="http://schemas.openxmlformats.org/drawingml/2006/main">
              <a:ext uri="{FF2B5EF4-FFF2-40B4-BE49-F238E27FC236}">
                <a16:creationId xmlns:a16="http://schemas.microsoft.com/office/drawing/2014/main" id="{C699B860-97B3-4E1E-9E61-73E1EDCA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00000">
            <a:off x="3814572" y="3632073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90" name="A-view-seed-9-barrel">
            <a:extLst xmlns:a="http://schemas.openxmlformats.org/drawingml/2006/main">
              <a:ext uri="{FF2B5EF4-FFF2-40B4-BE49-F238E27FC236}">
                <a16:creationId xmlns:a16="http://schemas.microsoft.com/office/drawing/2014/main" id="{9210985A-E9E4-44F6-BB8F-FE37534A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00000">
            <a:off x="3850190" y="3519857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91" name="A-view-seed-9-aperture">
            <a:extLst xmlns:a="http://schemas.openxmlformats.org/drawingml/2006/main">
              <a:ext uri="{FF2B5EF4-FFF2-40B4-BE49-F238E27FC236}">
                <a16:creationId xmlns:a16="http://schemas.microsoft.com/office/drawing/2014/main" id="{0812EC02-8AAF-4AEE-AD50-E6E2344A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00000">
            <a:off x="3858951" y="3470398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92" name="A-view-seed-9-glass">
            <a:extLst xmlns:a="http://schemas.openxmlformats.org/drawingml/2006/main">
              <a:ext uri="{FF2B5EF4-FFF2-40B4-BE49-F238E27FC236}">
                <a16:creationId xmlns:a16="http://schemas.microsoft.com/office/drawing/2014/main" id="{5E23773B-4FCC-48AF-B4B1-1D7BE10F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00000">
            <a:off x="3874737" y="3480596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93" name="A-view-seed-9-viewfinder">
            <a:extLst xmlns:a="http://schemas.openxmlformats.org/drawingml/2006/main">
              <a:ext uri="{FF2B5EF4-FFF2-40B4-BE49-F238E27FC236}">
                <a16:creationId xmlns:a16="http://schemas.microsoft.com/office/drawing/2014/main" id="{E370D05B-5DFE-4103-A756-896A9FD2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00000">
            <a:off x="3797865" y="3725259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94" name="A-view-seed-9-mount">
            <a:extLst xmlns:a="http://schemas.openxmlformats.org/drawingml/2006/main">
              <a:ext uri="{FF2B5EF4-FFF2-40B4-BE49-F238E27FC236}">
                <a16:creationId xmlns:a16="http://schemas.microsoft.com/office/drawing/2014/main" id="{DA9B85D2-8300-4B26-B1F6-2AC67A3C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00000">
            <a:off x="3928242" y="3785576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95" name="A-view-seed-10-body">
            <a:extLst xmlns:a="http://schemas.openxmlformats.org/drawingml/2006/main">
              <a:ext uri="{FF2B5EF4-FFF2-40B4-BE49-F238E27FC236}">
                <a16:creationId xmlns:a16="http://schemas.microsoft.com/office/drawing/2014/main" id="{6FFBE75D-6ADE-4A22-985E-6B344ED7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1919097" y="3489198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96" name="A-view-seed-10-barrel">
            <a:extLst xmlns:a="http://schemas.openxmlformats.org/drawingml/2006/main">
              <a:ext uri="{FF2B5EF4-FFF2-40B4-BE49-F238E27FC236}">
                <a16:creationId xmlns:a16="http://schemas.microsoft.com/office/drawing/2014/main" id="{92835479-F41F-4B6A-BFD3-B35C61C8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2047113" y="3393274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97" name="A-view-seed-10-aperture">
            <a:extLst xmlns:a="http://schemas.openxmlformats.org/drawingml/2006/main">
              <a:ext uri="{FF2B5EF4-FFF2-40B4-BE49-F238E27FC236}">
                <a16:creationId xmlns:a16="http://schemas.microsoft.com/office/drawing/2014/main" id="{143CBDC0-5DF8-418C-B02E-2BCCA250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2092833" y="3350332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98" name="A-view-seed-10-glass">
            <a:extLst xmlns:a="http://schemas.openxmlformats.org/drawingml/2006/main">
              <a:ext uri="{FF2B5EF4-FFF2-40B4-BE49-F238E27FC236}">
                <a16:creationId xmlns:a16="http://schemas.microsoft.com/office/drawing/2014/main" id="{587F11C4-71B6-493F-BF41-555E68B5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2114779" y="3361616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99" name="A-view-seed-10-viewfinder">
            <a:extLst xmlns:a="http://schemas.openxmlformats.org/drawingml/2006/main">
              <a:ext uri="{FF2B5EF4-FFF2-40B4-BE49-F238E27FC236}">
                <a16:creationId xmlns:a16="http://schemas.microsoft.com/office/drawing/2014/main" id="{D47EABB3-3632-48DE-98BF-A1063B96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1894772" y="3517527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100" name="A-view-seed-10-mount">
            <a:extLst xmlns:a="http://schemas.openxmlformats.org/drawingml/2006/main">
              <a:ext uri="{FF2B5EF4-FFF2-40B4-BE49-F238E27FC236}">
                <a16:creationId xmlns:a16="http://schemas.microsoft.com/office/drawing/2014/main" id="{12DC7DF9-F58C-4A0A-9D06-0AF9AE2E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1946529" y="3627495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101" name="A-view-seed-11-body">
            <a:extLst xmlns:a="http://schemas.openxmlformats.org/drawingml/2006/main">
              <a:ext uri="{FF2B5EF4-FFF2-40B4-BE49-F238E27FC236}">
                <a16:creationId xmlns:a16="http://schemas.microsoft.com/office/drawing/2014/main" id="{F833E7CF-07AC-4F9D-819C-C334D23D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400000">
            <a:off x="652272" y="2708148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102" name="A-view-seed-11-barrel">
            <a:extLst xmlns:a="http://schemas.openxmlformats.org/drawingml/2006/main">
              <a:ext uri="{FF2B5EF4-FFF2-40B4-BE49-F238E27FC236}">
                <a16:creationId xmlns:a16="http://schemas.microsoft.com/office/drawing/2014/main" id="{0C6C100B-5654-420B-9712-F145AF9E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400000">
            <a:off x="840596" y="2684097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103" name="A-view-seed-11-aperture">
            <a:extLst xmlns:a="http://schemas.openxmlformats.org/drawingml/2006/main">
              <a:ext uri="{FF2B5EF4-FFF2-40B4-BE49-F238E27FC236}">
                <a16:creationId xmlns:a16="http://schemas.microsoft.com/office/drawing/2014/main" id="{22A49F5D-99A3-48D5-961A-345DA89F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400000">
            <a:off x="910440" y="2669904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104" name="A-view-seed-11-glass">
            <a:extLst xmlns:a="http://schemas.openxmlformats.org/drawingml/2006/main">
              <a:ext uri="{FF2B5EF4-FFF2-40B4-BE49-F238E27FC236}">
                <a16:creationId xmlns:a16="http://schemas.microsoft.com/office/drawing/2014/main" id="{EFAEF819-8132-4057-85B5-44423852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400000">
            <a:off x="936406" y="2685979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105" name="A-view-seed-11-viewfinder">
            <a:extLst xmlns:a="http://schemas.openxmlformats.org/drawingml/2006/main">
              <a:ext uri="{FF2B5EF4-FFF2-40B4-BE49-F238E27FC236}">
                <a16:creationId xmlns:a16="http://schemas.microsoft.com/office/drawing/2014/main" id="{5F6D9571-0BD5-4D85-B71A-C3CAB82B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400000">
            <a:off x="663800" y="2681897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106" name="A-view-seed-11-mount">
            <a:extLst xmlns:a="http://schemas.openxmlformats.org/drawingml/2006/main">
              <a:ext uri="{FF2B5EF4-FFF2-40B4-BE49-F238E27FC236}">
                <a16:creationId xmlns:a16="http://schemas.microsoft.com/office/drawing/2014/main" id="{379A0EBB-3179-464E-A18C-AE306507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400000">
            <a:off x="623416" y="2779364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107" name="A-initial-chaser-upper-boom">
            <a:extLst xmlns:a="http://schemas.openxmlformats.org/drawingml/2006/main">
              <a:ext uri="{FF2B5EF4-FFF2-40B4-BE49-F238E27FC236}">
                <a16:creationId xmlns:a16="http://schemas.microsoft.com/office/drawing/2014/main" id="{169FA2CC-E126-41C3-8151-3EB165A6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246781" y="3880437"/>
            <a:ext cx="25718" cy="10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108" name="A-initial-chaser-lower-boom">
            <a:extLst xmlns:a="http://schemas.openxmlformats.org/drawingml/2006/main">
              <a:ext uri="{FF2B5EF4-FFF2-40B4-BE49-F238E27FC236}">
                <a16:creationId xmlns:a16="http://schemas.microsoft.com/office/drawing/2014/main" id="{0AADBBCA-1A13-475C-B4D0-9870008E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300251" y="4131993"/>
            <a:ext cx="25718" cy="10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109" name="A-initial-chaser-upper-panel">
            <a:extLst xmlns:a="http://schemas.openxmlformats.org/drawingml/2006/main">
              <a:ext uri="{FF2B5EF4-FFF2-40B4-BE49-F238E27FC236}">
                <a16:creationId xmlns:a16="http://schemas.microsoft.com/office/drawing/2014/main" id="{1F11DE25-2F15-43AE-9549-5D209FBB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142172" y="3741426"/>
            <a:ext cx="188595" cy="162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110" name="A-initial-chaser-upper-grid--5.5">
            <a:extLst xmlns:a="http://schemas.openxmlformats.org/drawingml/2006/main">
              <a:ext uri="{FF2B5EF4-FFF2-40B4-BE49-F238E27FC236}">
                <a16:creationId xmlns:a16="http://schemas.microsoft.com/office/drawing/2014/main" id="{AB3B208D-0BA5-44D9-A5E6-66C8EED0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186923" y="3755516"/>
            <a:ext cx="6858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11" name="A-initial-chaser-upper-grid-0">
            <a:extLst xmlns:a="http://schemas.openxmlformats.org/drawingml/2006/main">
              <a:ext uri="{FF2B5EF4-FFF2-40B4-BE49-F238E27FC236}">
                <a16:creationId xmlns:a16="http://schemas.microsoft.com/office/drawing/2014/main" id="{675F37EF-4F14-4FB7-A30E-58AD7845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233041" y="3745713"/>
            <a:ext cx="6858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12" name="A-initial-chaser-upper-grid-5.5">
            <a:extLst xmlns:a="http://schemas.openxmlformats.org/drawingml/2006/main">
              <a:ext uri="{FF2B5EF4-FFF2-40B4-BE49-F238E27FC236}">
                <a16:creationId xmlns:a16="http://schemas.microsoft.com/office/drawing/2014/main" id="{8128E18E-894B-4E8D-BA04-0A7B1293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279159" y="3735910"/>
            <a:ext cx="6858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13" name="A-initial-chaser-lower-panel">
            <a:extLst xmlns:a="http://schemas.openxmlformats.org/drawingml/2006/main">
              <a:ext uri="{FF2B5EF4-FFF2-40B4-BE49-F238E27FC236}">
                <a16:creationId xmlns:a16="http://schemas.microsoft.com/office/drawing/2014/main" id="{F591AE35-5110-4F16-9194-43C5A1A4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241983" y="4210996"/>
            <a:ext cx="188595" cy="162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114" name="A-initial-chaser-lower-grid--5.5">
            <a:extLst xmlns:a="http://schemas.openxmlformats.org/drawingml/2006/main">
              <a:ext uri="{FF2B5EF4-FFF2-40B4-BE49-F238E27FC236}">
                <a16:creationId xmlns:a16="http://schemas.microsoft.com/office/drawing/2014/main" id="{4E75E02C-22FA-4E1B-BAF4-CDD881D2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286733" y="4225085"/>
            <a:ext cx="6858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15" name="A-initial-chaser-lower-grid-0">
            <a:extLst xmlns:a="http://schemas.openxmlformats.org/drawingml/2006/main">
              <a:ext uri="{FF2B5EF4-FFF2-40B4-BE49-F238E27FC236}">
                <a16:creationId xmlns:a16="http://schemas.microsoft.com/office/drawing/2014/main" id="{0AADB91C-8363-44BD-B734-0B8BCC79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332851" y="4215282"/>
            <a:ext cx="6858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16" name="A-initial-chaser-lower-grid-5.5">
            <a:extLst xmlns:a="http://schemas.openxmlformats.org/drawingml/2006/main">
              <a:ext uri="{FF2B5EF4-FFF2-40B4-BE49-F238E27FC236}">
                <a16:creationId xmlns:a16="http://schemas.microsoft.com/office/drawing/2014/main" id="{91009A7A-6DEB-406C-8B42-4C4C348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378969" y="4205479"/>
            <a:ext cx="6858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17" name="A-initial-chaser-body">
            <a:extLst xmlns:a="http://schemas.openxmlformats.org/drawingml/2006/main">
              <a:ext uri="{FF2B5EF4-FFF2-40B4-BE49-F238E27FC236}">
                <a16:creationId xmlns:a16="http://schemas.microsoft.com/office/drawing/2014/main" id="{B1D9D560-5F89-45FE-A10D-AB88C566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170646" y="3950494"/>
            <a:ext cx="231458" cy="214313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118" name="A-initial-chaser-body-panel">
            <a:extLst xmlns:a="http://schemas.openxmlformats.org/drawingml/2006/main">
              <a:ext uri="{FF2B5EF4-FFF2-40B4-BE49-F238E27FC236}">
                <a16:creationId xmlns:a16="http://schemas.microsoft.com/office/drawing/2014/main" id="{321E1EE0-30B8-4E8C-8D9F-E2856BC6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214071" y="4007276"/>
            <a:ext cx="94298" cy="1114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119" name="A-initial-chaser-camera-housing">
            <a:extLst xmlns:a="http://schemas.openxmlformats.org/drawingml/2006/main">
              <a:ext uri="{FF2B5EF4-FFF2-40B4-BE49-F238E27FC236}">
                <a16:creationId xmlns:a16="http://schemas.microsoft.com/office/drawing/2014/main" id="{D0F9565A-B211-41A0-9A40-C504204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377488" y="3980202"/>
            <a:ext cx="102870" cy="9429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20" name="A-initial-chaser-camera-aperture">
            <a:extLst xmlns:a="http://schemas.openxmlformats.org/drawingml/2006/main">
              <a:ext uri="{FF2B5EF4-FFF2-40B4-BE49-F238E27FC236}">
                <a16:creationId xmlns:a16="http://schemas.microsoft.com/office/drawing/2014/main" id="{6D66BD09-5628-400D-B162-84881BB9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457615" y="3972012"/>
            <a:ext cx="60008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121" name="A-initial-chaser-camera-glass">
            <a:extLst xmlns:a="http://schemas.openxmlformats.org/drawingml/2006/main">
              <a:ext uri="{FF2B5EF4-FFF2-40B4-BE49-F238E27FC236}">
                <a16:creationId xmlns:a16="http://schemas.microsoft.com/office/drawing/2014/main" id="{932E91E4-5759-4B83-8F04-D78EB673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483146" y="3991661"/>
            <a:ext cx="25718" cy="428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122" name="A-initial-chaser-antenna">
            <a:extLst xmlns:a="http://schemas.openxmlformats.org/drawingml/2006/main">
              <a:ext uri="{FF2B5EF4-FFF2-40B4-BE49-F238E27FC236}">
                <a16:creationId xmlns:a16="http://schemas.microsoft.com/office/drawing/2014/main" id="{65340E42-D7AE-4F56-BB17-7C498CEC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171467" y="3958053"/>
            <a:ext cx="60008" cy="60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123" name="A-initial-transfer-segment-1">
            <a:extLst xmlns:a="http://schemas.openxmlformats.org/drawingml/2006/main">
              <a:ext uri="{FF2B5EF4-FFF2-40B4-BE49-F238E27FC236}">
                <a16:creationId xmlns:a16="http://schemas.microsoft.com/office/drawing/2014/main" id="{6F052C68-0378-447E-9F56-38424381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19700" y="3686175"/>
            <a:ext cx="16192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78C8"/>
            </a:solidFill>
            <a:prstDash val="dash"/>
          </a:ln>
        </p:spPr>
      </p:sp>
      <p:sp>
        <p:nvSpPr>
          <p:cNvPr id="124" name="A-initial-transfer-segment-2">
            <a:extLst xmlns:a="http://schemas.openxmlformats.org/drawingml/2006/main">
              <a:ext uri="{FF2B5EF4-FFF2-40B4-BE49-F238E27FC236}">
                <a16:creationId xmlns:a16="http://schemas.microsoft.com/office/drawing/2014/main" id="{C8952991-BDB6-4D3A-BE83-B754C644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81625" y="3495675"/>
            <a:ext cx="190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78C8"/>
            </a:solidFill>
            <a:prstDash val="dash"/>
          </a:ln>
        </p:spPr>
      </p:sp>
      <p:sp>
        <p:nvSpPr>
          <p:cNvPr id="125" name="A-initial-transfer-segment-3">
            <a:extLst xmlns:a="http://schemas.openxmlformats.org/drawingml/2006/main">
              <a:ext uri="{FF2B5EF4-FFF2-40B4-BE49-F238E27FC236}">
                <a16:creationId xmlns:a16="http://schemas.microsoft.com/office/drawing/2014/main" id="{189EA38B-ABF1-4392-BD5B-0BD23C31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476875" y="3362325"/>
            <a:ext cx="952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78C8"/>
            </a:solidFill>
            <a:prstDash val="dash"/>
          </a:ln>
        </p:spPr>
      </p:sp>
      <p:sp>
        <p:nvSpPr>
          <p:cNvPr id="126" name="A-initial-transfer-head">
            <a:extLst xmlns:a="http://schemas.openxmlformats.org/drawingml/2006/main">
              <a:ext uri="{FF2B5EF4-FFF2-40B4-BE49-F238E27FC236}">
                <a16:creationId xmlns:a16="http://schemas.microsoft.com/office/drawing/2014/main" id="{C37B65C3-A371-4A81-9D32-A523E954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32261">
            <a:off x="5410200" y="32956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78C8"/>
          </a:solidFill>
          <a:ln xmlns:a="http://schemas.openxmlformats.org/drawingml/2006/main" w="4763">
            <a:solidFill>
              <a:srgbClr val="2878C8"/>
            </a:solidFill>
            <a:prstDash val="solid"/>
          </a:ln>
        </p:spPr>
      </p:sp>
      <p:sp>
        <p:nvSpPr>
          <p:cNvPr id="127" name="A-x0-label">
            <a:extLst xmlns:a="http://schemas.openxmlformats.org/drawingml/2006/main">
              <a:ext uri="{FF2B5EF4-FFF2-40B4-BE49-F238E27FC236}">
                <a16:creationId xmlns:a16="http://schemas.microsoft.com/office/drawing/2014/main" id="{4079C99E-A0DC-4FAD-84DB-5B2E6C7F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624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rPr>
              <a:t>x₀  initial state</a:t>
            </a:r>
          </a:p>
        </p:txBody>
      </p:sp>
      <p:sp>
        <p:nvSpPr>
          <p:cNvPr id="128" name="A-axis-x-line">
            <a:extLst xmlns:a="http://schemas.openxmlformats.org/drawingml/2006/main">
              <a:ext uri="{FF2B5EF4-FFF2-40B4-BE49-F238E27FC236}">
                <a16:creationId xmlns:a16="http://schemas.microsoft.com/office/drawing/2014/main" id="{097BA511-6DBF-4BEC-A15E-6BE4CB35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4162425"/>
            <a:ext cx="7334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72033"/>
            </a:solidFill>
            <a:prstDash val="solid"/>
          </a:ln>
        </p:spPr>
      </p:sp>
      <p:sp>
        <p:nvSpPr>
          <p:cNvPr id="129" name="A-axis-x-head">
            <a:extLst xmlns:a="http://schemas.openxmlformats.org/drawingml/2006/main">
              <a:ext uri="{FF2B5EF4-FFF2-40B4-BE49-F238E27FC236}">
                <a16:creationId xmlns:a16="http://schemas.microsoft.com/office/drawing/2014/main" id="{92CD2B2C-0408-4527-81C4-57BDF4BB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95388" y="4110038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4763">
            <a:solidFill>
              <a:srgbClr val="172033"/>
            </a:solidFill>
            <a:prstDash val="solid"/>
          </a:ln>
        </p:spPr>
      </p:sp>
      <p:sp>
        <p:nvSpPr>
          <p:cNvPr id="130" name="A-axis-y-line">
            <a:extLst xmlns:a="http://schemas.openxmlformats.org/drawingml/2006/main">
              <a:ext uri="{FF2B5EF4-FFF2-40B4-BE49-F238E27FC236}">
                <a16:creationId xmlns:a16="http://schemas.microsoft.com/office/drawing/2014/main" id="{7662BE61-3DDA-4575-BB01-EDAD7D0D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14350" y="3476625"/>
            <a:ext cx="9525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72033"/>
            </a:solidFill>
            <a:prstDash val="solid"/>
          </a:ln>
        </p:spPr>
      </p:sp>
      <p:sp>
        <p:nvSpPr>
          <p:cNvPr id="131" name="A-axis-y-head">
            <a:extLst xmlns:a="http://schemas.openxmlformats.org/drawingml/2006/main">
              <a:ext uri="{FF2B5EF4-FFF2-40B4-BE49-F238E27FC236}">
                <a16:creationId xmlns:a16="http://schemas.microsoft.com/office/drawing/2014/main" id="{3E4C3F70-C3A8-438D-9A96-528BD55B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3" y="3424238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4763">
            <a:solidFill>
              <a:srgbClr val="172033"/>
            </a:solidFill>
            <a:prstDash val="solid"/>
          </a:ln>
        </p:spPr>
      </p:sp>
      <p:sp>
        <p:nvSpPr>
          <p:cNvPr id="132" name="A-axis-z-circle">
            <a:extLst xmlns:a="http://schemas.openxmlformats.org/drawingml/2006/main">
              <a:ext uri="{FF2B5EF4-FFF2-40B4-BE49-F238E27FC236}">
                <a16:creationId xmlns:a16="http://schemas.microsoft.com/office/drawing/2014/main" id="{FA15B7A9-A43A-4BE5-996F-D9952CE1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67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2033"/>
            </a:solidFill>
            <a:prstDash val="solid"/>
          </a:ln>
        </p:spPr>
      </p:sp>
      <p:sp>
        <p:nvSpPr>
          <p:cNvPr id="133" name="A-axis-z-dot">
            <a:extLst xmlns:a="http://schemas.openxmlformats.org/drawingml/2006/main">
              <a:ext uri="{FF2B5EF4-FFF2-40B4-BE49-F238E27FC236}">
                <a16:creationId xmlns:a16="http://schemas.microsoft.com/office/drawing/2014/main" id="{E8AC4251-2B9D-472A-8515-A1ACBEB1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13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134" name="A-axis-x-label">
            <a:extLst xmlns:a="http://schemas.openxmlformats.org/drawingml/2006/main">
              <a:ext uri="{FF2B5EF4-FFF2-40B4-BE49-F238E27FC236}">
                <a16:creationId xmlns:a16="http://schemas.microsoft.com/office/drawing/2014/main" id="{16C1D7A1-BE5C-4BE2-A05E-ABD60250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909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radial x</a:t>
            </a:r>
          </a:p>
        </p:txBody>
      </p:sp>
      <p:sp>
        <p:nvSpPr>
          <p:cNvPr id="135" name="A-axis-y-label">
            <a:extLst xmlns:a="http://schemas.openxmlformats.org/drawingml/2006/main">
              <a:ext uri="{FF2B5EF4-FFF2-40B4-BE49-F238E27FC236}">
                <a16:creationId xmlns:a16="http://schemas.microsoft.com/office/drawing/2014/main" id="{09C9A32C-606A-47C3-BEAE-86A4F947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2099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along-track y</a:t>
            </a:r>
          </a:p>
        </p:txBody>
      </p:sp>
      <p:sp>
        <p:nvSpPr>
          <p:cNvPr id="136" name="A-axis-z-label">
            <a:extLst xmlns:a="http://schemas.openxmlformats.org/drawingml/2006/main">
              <a:ext uri="{FF2B5EF4-FFF2-40B4-BE49-F238E27FC236}">
                <a16:creationId xmlns:a16="http://schemas.microsoft.com/office/drawing/2014/main" id="{6C04C040-28CA-46F2-B00F-DE616BAA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3338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cross-track z</a:t>
            </a:r>
          </a:p>
        </p:txBody>
      </p:sp>
      <p:sp>
        <p:nvSpPr>
          <p:cNvPr id="137" name="A-envelope-label">
            <a:extLst xmlns:a="http://schemas.openxmlformats.org/drawingml/2006/main">
              <a:ext uri="{FF2B5EF4-FFF2-40B4-BE49-F238E27FC236}">
                <a16:creationId xmlns:a16="http://schemas.microsoft.com/office/drawing/2014/main" id="{393D41F5-2C1D-4C7D-A9FF-3A131C6C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24200"/>
            <a:ext cx="245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82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rPr>
              <a:t>Station-primitive safety envelope</a:t>
            </a:r>
          </a:p>
          <a:p xmlns:a="http://schemas.openxmlformats.org/drawingml/2006/main">
            <a:pPr algn="ctr">
              <a:buNone/>
              <a:defRPr sz="1350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rPr>
              <a:t>signed clearance ≥ 0</a:t>
            </a:r>
          </a:p>
        </p:txBody>
      </p:sp>
      <p:sp>
        <p:nvSpPr>
          <p:cNvPr id="138" name="A-legend-covered">
            <a:extLst xmlns:a="http://schemas.openxmlformats.org/drawingml/2006/main">
              <a:ext uri="{FF2B5EF4-FFF2-40B4-BE49-F238E27FC236}">
                <a16:creationId xmlns:a16="http://schemas.microsoft.com/office/drawing/2014/main" id="{75DF3834-8BC6-4162-868A-D8C1F8B2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57500"/>
            <a:ext cx="163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55A83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5A83D"/>
                </a:solidFill>
                <a:latin typeface="Arial"/>
                <a:ea typeface="Arial"/>
                <a:cs typeface="Arial"/>
              </a:rPr>
              <a:t>●  covered sample</a:t>
            </a:r>
          </a:p>
        </p:txBody>
      </p:sp>
      <p:sp>
        <p:nvSpPr>
          <p:cNvPr id="139" name="A-legend-uncovered">
            <a:extLst xmlns:a="http://schemas.openxmlformats.org/drawingml/2006/main">
              <a:ext uri="{FF2B5EF4-FFF2-40B4-BE49-F238E27FC236}">
                <a16:creationId xmlns:a16="http://schemas.microsoft.com/office/drawing/2014/main" id="{A641A09F-99B0-4CDD-B6E5-780CD261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14675"/>
            <a:ext cx="163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A88D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88D00"/>
                </a:solidFill>
                <a:latin typeface="Arial"/>
                <a:ea typeface="Arial"/>
                <a:cs typeface="Arial"/>
              </a:rPr>
              <a:t>●  not yet covered</a:t>
            </a:r>
          </a:p>
        </p:txBody>
      </p:sp>
      <p:sp>
        <p:nvSpPr>
          <p:cNvPr id="140" name="panel-B-letter">
            <a:extLst xmlns:a="http://schemas.openxmlformats.org/drawingml/2006/main">
              <a:ext uri="{FF2B5EF4-FFF2-40B4-BE49-F238E27FC236}">
                <a16:creationId xmlns:a16="http://schemas.microsoft.com/office/drawing/2014/main" id="{04A75614-E744-40A0-9BA5-A4356016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62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1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405E3288-0818-47D0-90E7-73F1F6F4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52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Camera-valid mask at a prescribed observation</a:t>
            </a:r>
          </a:p>
        </p:txBody>
      </p:sp>
      <p:sp>
        <p:nvSpPr>
          <p:cNvPr id="142" name="B-chaser-upper-boom">
            <a:extLst xmlns:a="http://schemas.openxmlformats.org/drawingml/2006/main">
              <a:ext uri="{FF2B5EF4-FFF2-40B4-BE49-F238E27FC236}">
                <a16:creationId xmlns:a16="http://schemas.microsoft.com/office/drawing/2014/main" id="{1EF36A17-A84D-4391-8D63-CAF813E7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9341" y="1049846"/>
            <a:ext cx="33719" cy="1348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143" name="B-chaser-lower-boom">
            <a:extLst xmlns:a="http://schemas.openxmlformats.org/drawingml/2006/main">
              <a:ext uri="{FF2B5EF4-FFF2-40B4-BE49-F238E27FC236}">
                <a16:creationId xmlns:a16="http://schemas.microsoft.com/office/drawing/2014/main" id="{7331DE03-3A41-41B1-92E8-135E33B7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9341" y="1387030"/>
            <a:ext cx="33719" cy="1348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144" name="B-chaser-upper-panel">
            <a:extLst xmlns:a="http://schemas.openxmlformats.org/drawingml/2006/main">
              <a:ext uri="{FF2B5EF4-FFF2-40B4-BE49-F238E27FC236}">
                <a16:creationId xmlns:a16="http://schemas.microsoft.com/office/drawing/2014/main" id="{B62E32C9-4084-446B-BADF-26452B92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566" y="864394"/>
            <a:ext cx="247269" cy="21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145" name="B-chaser-upper-grid--5.5">
            <a:extLst xmlns:a="http://schemas.openxmlformats.org/drawingml/2006/main">
              <a:ext uri="{FF2B5EF4-FFF2-40B4-BE49-F238E27FC236}">
                <a16:creationId xmlns:a16="http://schemas.microsoft.com/office/drawing/2014/main" id="{53BD5E71-43E0-4080-8AA4-084C0C49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887" y="870014"/>
            <a:ext cx="8992" cy="202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46" name="B-chaser-upper-grid-0">
            <a:extLst xmlns:a="http://schemas.openxmlformats.org/drawingml/2006/main">
              <a:ext uri="{FF2B5EF4-FFF2-40B4-BE49-F238E27FC236}">
                <a16:creationId xmlns:a16="http://schemas.microsoft.com/office/drawing/2014/main" id="{A1CDAC17-B1C8-4EBF-8FD8-F1992CEF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1704" y="870014"/>
            <a:ext cx="8992" cy="202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47" name="B-chaser-upper-grid-5.5">
            <a:extLst xmlns:a="http://schemas.openxmlformats.org/drawingml/2006/main">
              <a:ext uri="{FF2B5EF4-FFF2-40B4-BE49-F238E27FC236}">
                <a16:creationId xmlns:a16="http://schemas.microsoft.com/office/drawing/2014/main" id="{5337E389-0301-4F3E-A7E4-B325FB86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521" y="870014"/>
            <a:ext cx="8992" cy="202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48" name="B-chaser-lower-panel">
            <a:extLst xmlns:a="http://schemas.openxmlformats.org/drawingml/2006/main">
              <a:ext uri="{FF2B5EF4-FFF2-40B4-BE49-F238E27FC236}">
                <a16:creationId xmlns:a16="http://schemas.microsoft.com/office/drawing/2014/main" id="{B53802F9-A5BD-416E-9D1F-E9DC5B1A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566" y="1493806"/>
            <a:ext cx="247269" cy="21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149" name="B-chaser-lower-grid--5.5">
            <a:extLst xmlns:a="http://schemas.openxmlformats.org/drawingml/2006/main">
              <a:ext uri="{FF2B5EF4-FFF2-40B4-BE49-F238E27FC236}">
                <a16:creationId xmlns:a16="http://schemas.microsoft.com/office/drawing/2014/main" id="{79511F34-89BB-418E-8E84-E44410F0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887" y="1499425"/>
            <a:ext cx="8992" cy="202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50" name="B-chaser-lower-grid-0">
            <a:extLst xmlns:a="http://schemas.openxmlformats.org/drawingml/2006/main">
              <a:ext uri="{FF2B5EF4-FFF2-40B4-BE49-F238E27FC236}">
                <a16:creationId xmlns:a16="http://schemas.microsoft.com/office/drawing/2014/main" id="{0D2BE7C6-CC93-42C3-A643-3A00A8A5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1704" y="1499425"/>
            <a:ext cx="8992" cy="202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51" name="B-chaser-lower-grid-5.5">
            <a:extLst xmlns:a="http://schemas.openxmlformats.org/drawingml/2006/main">
              <a:ext uri="{FF2B5EF4-FFF2-40B4-BE49-F238E27FC236}">
                <a16:creationId xmlns:a16="http://schemas.microsoft.com/office/drawing/2014/main" id="{E406C068-6345-4C79-847B-9E135080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521" y="1499425"/>
            <a:ext cx="8992" cy="202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52" name="B-chaser-body">
            <a:extLst xmlns:a="http://schemas.openxmlformats.org/drawingml/2006/main">
              <a:ext uri="{FF2B5EF4-FFF2-40B4-BE49-F238E27FC236}">
                <a16:creationId xmlns:a16="http://schemas.microsoft.com/office/drawing/2014/main" id="{7AE0567F-D6DB-4273-8C75-8B1CCF9A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4467" y="1145381"/>
            <a:ext cx="303467" cy="280988"/>
          </a:xfrm>
          <a:prstGeom xmlns:a="http://schemas.openxmlformats.org/drawingml/2006/main" prst="roundRect">
            <a:avLst>
              <a:gd name="adj" fmla="val 27119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153" name="B-chaser-body-panel">
            <a:extLst xmlns:a="http://schemas.openxmlformats.org/drawingml/2006/main">
              <a:ext uri="{FF2B5EF4-FFF2-40B4-BE49-F238E27FC236}">
                <a16:creationId xmlns:a16="http://schemas.microsoft.com/office/drawing/2014/main" id="{4ECA1E8C-4A6B-4ABF-8257-0769B5D6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664" y="1212818"/>
            <a:ext cx="123634" cy="1461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154" name="B-chaser-camera-housing">
            <a:extLst xmlns:a="http://schemas.openxmlformats.org/drawingml/2006/main">
              <a:ext uri="{FF2B5EF4-FFF2-40B4-BE49-F238E27FC236}">
                <a16:creationId xmlns:a16="http://schemas.microsoft.com/office/drawing/2014/main" id="{28D41EE6-4639-4250-B897-412CF1EB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9834" y="1224058"/>
            <a:ext cx="134874" cy="12363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55" name="B-chaser-camera-aperture">
            <a:extLst xmlns:a="http://schemas.openxmlformats.org/drawingml/2006/main">
              <a:ext uri="{FF2B5EF4-FFF2-40B4-BE49-F238E27FC236}">
                <a16:creationId xmlns:a16="http://schemas.microsoft.com/office/drawing/2014/main" id="{F1F5AFE3-229F-4E34-9246-D9611EF7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6610" y="1229678"/>
            <a:ext cx="78677" cy="1123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156" name="B-chaser-camera-glass">
            <a:extLst xmlns:a="http://schemas.openxmlformats.org/drawingml/2006/main">
              <a:ext uri="{FF2B5EF4-FFF2-40B4-BE49-F238E27FC236}">
                <a16:creationId xmlns:a16="http://schemas.microsoft.com/office/drawing/2014/main" id="{18C2D4B2-97FE-4D90-AB14-DC502BC6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0328" y="1257776"/>
            <a:ext cx="33719" cy="561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157" name="B-chaser-antenna">
            <a:extLst xmlns:a="http://schemas.openxmlformats.org/drawingml/2006/main">
              <a:ext uri="{FF2B5EF4-FFF2-40B4-BE49-F238E27FC236}">
                <a16:creationId xmlns:a16="http://schemas.microsoft.com/office/drawing/2014/main" id="{39B9034E-80FC-4D5A-8B27-5CC87652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6946" y="1134142"/>
            <a:ext cx="78677" cy="786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158" name="B-target-cylinder">
            <a:extLst xmlns:a="http://schemas.openxmlformats.org/drawingml/2006/main">
              <a:ext uri="{FF2B5EF4-FFF2-40B4-BE49-F238E27FC236}">
                <a16:creationId xmlns:a16="http://schemas.microsoft.com/office/drawing/2014/main" id="{BC4BC531-0199-43BC-BD95-2D6756B8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028700"/>
            <a:ext cx="70485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8DADD"/>
          </a:solidFill>
          <a:ln xmlns:a="http://schemas.openxmlformats.org/drawingml/2006/main" w="11430">
            <a:solidFill>
              <a:srgbClr val="50555A"/>
            </a:solidFill>
            <a:prstDash val="solid"/>
          </a:ln>
        </p:spPr>
      </p:sp>
      <p:sp>
        <p:nvSpPr>
          <p:cNvPr id="159" name="B-target-cylinder-top">
            <a:extLst xmlns:a="http://schemas.openxmlformats.org/drawingml/2006/main">
              <a:ext uri="{FF2B5EF4-FFF2-40B4-BE49-F238E27FC236}">
                <a16:creationId xmlns:a16="http://schemas.microsoft.com/office/drawing/2014/main" id="{63E13ECF-DD8E-493D-9064-2BE6FDA8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914400"/>
            <a:ext cx="704850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11430">
            <a:solidFill>
              <a:srgbClr val="50555A"/>
            </a:solidFill>
            <a:prstDash val="solid"/>
          </a:ln>
        </p:spPr>
      </p:sp>
      <p:sp>
        <p:nvSpPr>
          <p:cNvPr id="160" name="B-target-truss">
            <a:extLst xmlns:a="http://schemas.openxmlformats.org/drawingml/2006/main">
              <a:ext uri="{FF2B5EF4-FFF2-40B4-BE49-F238E27FC236}">
                <a16:creationId xmlns:a16="http://schemas.microsoft.com/office/drawing/2014/main" id="{5040A2B6-5F13-4C85-BC64-4D7ADB0F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971675"/>
            <a:ext cx="16954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5D8"/>
          </a:solidFill>
          <a:ln xmlns:a="http://schemas.openxmlformats.org/drawingml/2006/main" w="11430">
            <a:solidFill>
              <a:srgbClr val="555B62"/>
            </a:solidFill>
            <a:prstDash val="solid"/>
          </a:ln>
        </p:spPr>
      </p:sp>
      <p:sp>
        <p:nvSpPr>
          <p:cNvPr id="161" name="B-truss-cross-0">
            <a:extLst xmlns:a="http://schemas.openxmlformats.org/drawingml/2006/main">
              <a:ext uri="{FF2B5EF4-FFF2-40B4-BE49-F238E27FC236}">
                <a16:creationId xmlns:a16="http://schemas.microsoft.com/office/drawing/2014/main" id="{C854C63B-9949-4762-AC87-4236C264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06250" y="1971675"/>
            <a:ext cx="25717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A7077"/>
            </a:solidFill>
            <a:prstDash val="solid"/>
          </a:ln>
        </p:spPr>
      </p:sp>
      <p:sp>
        <p:nvSpPr>
          <p:cNvPr id="162" name="B-truss-cross-1">
            <a:extLst xmlns:a="http://schemas.openxmlformats.org/drawingml/2006/main">
              <a:ext uri="{FF2B5EF4-FFF2-40B4-BE49-F238E27FC236}">
                <a16:creationId xmlns:a16="http://schemas.microsoft.com/office/drawing/2014/main" id="{B0AEB496-B69A-4932-9A99-5652AF21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82475" y="1971675"/>
            <a:ext cx="25717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A7077"/>
            </a:solidFill>
            <a:prstDash val="solid"/>
          </a:ln>
        </p:spPr>
      </p:sp>
      <p:sp>
        <p:nvSpPr>
          <p:cNvPr id="163" name="B-truss-cross-2">
            <a:extLst xmlns:a="http://schemas.openxmlformats.org/drawingml/2006/main">
              <a:ext uri="{FF2B5EF4-FFF2-40B4-BE49-F238E27FC236}">
                <a16:creationId xmlns:a16="http://schemas.microsoft.com/office/drawing/2014/main" id="{2B6523B0-EBD8-41DB-9AED-DB2BB9EF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458700" y="1971675"/>
            <a:ext cx="25717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A7077"/>
            </a:solidFill>
            <a:prstDash val="solid"/>
          </a:ln>
        </p:spPr>
      </p:sp>
      <p:sp>
        <p:nvSpPr>
          <p:cNvPr id="164" name="B-truss-cross-3">
            <a:extLst xmlns:a="http://schemas.openxmlformats.org/drawingml/2006/main">
              <a:ext uri="{FF2B5EF4-FFF2-40B4-BE49-F238E27FC236}">
                <a16:creationId xmlns:a16="http://schemas.microsoft.com/office/drawing/2014/main" id="{8118C881-7D6E-4DEE-AB23-6900EF08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34925" y="1971675"/>
            <a:ext cx="25717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A7077"/>
            </a:solidFill>
            <a:prstDash val="solid"/>
          </a:ln>
        </p:spPr>
      </p:sp>
      <p:sp>
        <p:nvSpPr>
          <p:cNvPr id="165" name="B-truss-cross-4">
            <a:extLst xmlns:a="http://schemas.openxmlformats.org/drawingml/2006/main">
              <a:ext uri="{FF2B5EF4-FFF2-40B4-BE49-F238E27FC236}">
                <a16:creationId xmlns:a16="http://schemas.microsoft.com/office/drawing/2014/main" id="{7EB4C051-10DC-42C1-B3A8-8C63ECD5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11150" y="1971675"/>
            <a:ext cx="25717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A7077"/>
            </a:solidFill>
            <a:prstDash val="solid"/>
          </a:ln>
        </p:spPr>
      </p:sp>
      <p:sp>
        <p:nvSpPr>
          <p:cNvPr id="166" name="B-truss-cross-5">
            <a:extLst xmlns:a="http://schemas.openxmlformats.org/drawingml/2006/main">
              <a:ext uri="{FF2B5EF4-FFF2-40B4-BE49-F238E27FC236}">
                <a16:creationId xmlns:a16="http://schemas.microsoft.com/office/drawing/2014/main" id="{5311F3EE-C96B-4F7B-A2E2-F434AD27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287375" y="1971675"/>
            <a:ext cx="25717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A7077"/>
            </a:solidFill>
            <a:prstDash val="solid"/>
          </a:ln>
        </p:spPr>
      </p:sp>
      <p:sp>
        <p:nvSpPr>
          <p:cNvPr id="167" name="B-boresight">
            <a:extLst xmlns:a="http://schemas.openxmlformats.org/drawingml/2006/main">
              <a:ext uri="{FF2B5EF4-FFF2-40B4-BE49-F238E27FC236}">
                <a16:creationId xmlns:a16="http://schemas.microsoft.com/office/drawing/2014/main" id="{E6477597-D29B-4C31-8B36-BD0B6E13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81950" y="1285875"/>
            <a:ext cx="3505200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878C8"/>
            </a:solidFill>
            <a:prstDash val="dash"/>
          </a:ln>
        </p:spPr>
      </p:sp>
      <p:sp>
        <p:nvSpPr>
          <p:cNvPr id="168" name="B-fov-upper">
            <a:extLst xmlns:a="http://schemas.openxmlformats.org/drawingml/2006/main">
              <a:ext uri="{FF2B5EF4-FFF2-40B4-BE49-F238E27FC236}">
                <a16:creationId xmlns:a16="http://schemas.microsoft.com/office/drawing/2014/main" id="{8799FF77-1CB8-4DF8-9B73-FA450A55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81950" y="1209675"/>
            <a:ext cx="335280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878C8"/>
            </a:solidFill>
            <a:prstDash val="solid"/>
          </a:ln>
        </p:spPr>
      </p:sp>
      <p:sp>
        <p:nvSpPr>
          <p:cNvPr id="169" name="B-fov-lower">
            <a:extLst xmlns:a="http://schemas.openxmlformats.org/drawingml/2006/main">
              <a:ext uri="{FF2B5EF4-FFF2-40B4-BE49-F238E27FC236}">
                <a16:creationId xmlns:a16="http://schemas.microsoft.com/office/drawing/2014/main" id="{86391088-EB52-45BD-A76C-FB15AEE0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81950" y="1285875"/>
            <a:ext cx="3228975" cy="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878C8"/>
            </a:solidFill>
            <a:prstDash val="solid"/>
          </a:ln>
        </p:spPr>
      </p:sp>
      <p:sp>
        <p:nvSpPr>
          <p:cNvPr id="170" name="B-camera-callout-line">
            <a:extLst xmlns:a="http://schemas.openxmlformats.org/drawingml/2006/main">
              <a:ext uri="{FF2B5EF4-FFF2-40B4-BE49-F238E27FC236}">
                <a16:creationId xmlns:a16="http://schemas.microsoft.com/office/drawing/2014/main" id="{D8E685DC-3746-45F2-B3AB-09CD1DE4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858125" y="1381125"/>
            <a:ext cx="104775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45DA0"/>
            </a:solidFill>
            <a:prstDash val="solid"/>
          </a:ln>
        </p:spPr>
      </p:sp>
      <p:sp>
        <p:nvSpPr>
          <p:cNvPr id="171" name="B-camera-callout-head">
            <a:extLst xmlns:a="http://schemas.openxmlformats.org/drawingml/2006/main">
              <a:ext uri="{FF2B5EF4-FFF2-40B4-BE49-F238E27FC236}">
                <a16:creationId xmlns:a16="http://schemas.microsoft.com/office/drawing/2014/main" id="{855A9BB3-4964-41E7-8EB8-00CEE9C7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0584">
            <a:off x="7924800" y="13430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172" name="B-camera-label">
            <a:extLst xmlns:a="http://schemas.openxmlformats.org/drawingml/2006/main">
              <a:ext uri="{FF2B5EF4-FFF2-40B4-BE49-F238E27FC236}">
                <a16:creationId xmlns:a16="http://schemas.microsoft.com/office/drawing/2014/main" id="{2F490604-47A7-415C-861E-20647D56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2402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36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camera aperture</a:t>
            </a:r>
          </a:p>
        </p:txBody>
      </p:sp>
      <p:sp>
        <p:nvSpPr>
          <p:cNvPr id="173" name="B-range-line">
            <a:extLst xmlns:a="http://schemas.openxmlformats.org/drawingml/2006/main">
              <a:ext uri="{FF2B5EF4-FFF2-40B4-BE49-F238E27FC236}">
                <a16:creationId xmlns:a16="http://schemas.microsoft.com/office/drawing/2014/main" id="{3C9DFA6E-7DA2-41E8-B49F-0956256A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39125" y="800100"/>
            <a:ext cx="31337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2033"/>
            </a:solidFill>
            <a:prstDash val="solid"/>
          </a:ln>
        </p:spPr>
      </p:sp>
      <p:sp>
        <p:nvSpPr>
          <p:cNvPr id="174" name="B-range-head">
            <a:extLst xmlns:a="http://schemas.openxmlformats.org/drawingml/2006/main">
              <a:ext uri="{FF2B5EF4-FFF2-40B4-BE49-F238E27FC236}">
                <a16:creationId xmlns:a16="http://schemas.microsoft.com/office/drawing/2014/main" id="{88840A32-AFBE-42C6-9008-EB13DA53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320463" y="747713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4763">
            <a:solidFill>
              <a:srgbClr val="172033"/>
            </a:solidFill>
            <a:prstDash val="solid"/>
          </a:ln>
        </p:spPr>
      </p:sp>
      <p:sp>
        <p:nvSpPr>
          <p:cNvPr id="175" name="B-range-tail">
            <a:extLst xmlns:a="http://schemas.openxmlformats.org/drawingml/2006/main">
              <a:ext uri="{FF2B5EF4-FFF2-40B4-BE49-F238E27FC236}">
                <a16:creationId xmlns:a16="http://schemas.microsoft.com/office/drawing/2014/main" id="{3F55FAD6-5057-4679-B87B-6BD0F321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186738" y="747713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4763">
            <a:solidFill>
              <a:srgbClr val="172033"/>
            </a:solidFill>
            <a:prstDash val="solid"/>
          </a:ln>
        </p:spPr>
      </p:sp>
      <p:sp>
        <p:nvSpPr>
          <p:cNvPr id="176" name="B-range-label">
            <a:extLst xmlns:a="http://schemas.openxmlformats.org/drawingml/2006/main">
              <a:ext uri="{FF2B5EF4-FFF2-40B4-BE49-F238E27FC236}">
                <a16:creationId xmlns:a16="http://schemas.microsoft.com/office/drawing/2014/main" id="{38FBE5EF-38E3-4622-869F-DAEE8F34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62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ρₘᵢₙ ≤ ‖pᵢ − rₖ‖ ≤ ρₘₐₓ</a:t>
            </a:r>
          </a:p>
        </p:txBody>
      </p:sp>
      <p:sp>
        <p:nvSpPr>
          <p:cNvPr id="177" name="B-boresight-label">
            <a:extLst xmlns:a="http://schemas.openxmlformats.org/drawingml/2006/main">
              <a:ext uri="{FF2B5EF4-FFF2-40B4-BE49-F238E27FC236}">
                <a16:creationId xmlns:a16="http://schemas.microsoft.com/office/drawing/2014/main" id="{4C17AFB8-5444-4C17-A8EE-71ED6C87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295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45DA0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45DA0"/>
                </a:solidFill>
                <a:latin typeface="Cambria Math"/>
                <a:ea typeface="Cambria Math"/>
                <a:cs typeface="Cambria Math"/>
              </a:rPr>
              <a:t>boresight  b(qₖ)</a:t>
            </a:r>
          </a:p>
        </p:txBody>
      </p:sp>
      <p:sp>
        <p:nvSpPr>
          <p:cNvPr id="178" name="B-fov-label">
            <a:extLst xmlns:a="http://schemas.openxmlformats.org/drawingml/2006/main">
              <a:ext uri="{FF2B5EF4-FFF2-40B4-BE49-F238E27FC236}">
                <a16:creationId xmlns:a16="http://schemas.microsoft.com/office/drawing/2014/main" id="{19ABAE93-3F0E-43F9-A118-72A7FC31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3907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FOV half-angle  αₘₐₓ</a:t>
            </a:r>
          </a:p>
        </p:txBody>
      </p:sp>
      <p:sp>
        <p:nvSpPr>
          <p:cNvPr id="179" name="B-visible-target">
            <a:extLst xmlns:a="http://schemas.openxmlformats.org/drawingml/2006/main">
              <a:ext uri="{FF2B5EF4-FFF2-40B4-BE49-F238E27FC236}">
                <a16:creationId xmlns:a16="http://schemas.microsoft.com/office/drawing/2014/main" id="{62A4C057-4AA8-416F-8F79-2604098D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8538" y="205263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180" name="B-occluded-target">
            <a:extLst xmlns:a="http://schemas.openxmlformats.org/drawingml/2006/main">
              <a:ext uri="{FF2B5EF4-FFF2-40B4-BE49-F238E27FC236}">
                <a16:creationId xmlns:a16="http://schemas.microsoft.com/office/drawing/2014/main" id="{31A3F469-34C4-46AA-B75D-87172167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9213" y="209073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3A34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181" name="B-normal-line">
            <a:extLst xmlns:a="http://schemas.openxmlformats.org/drawingml/2006/main">
              <a:ext uri="{FF2B5EF4-FFF2-40B4-BE49-F238E27FC236}">
                <a16:creationId xmlns:a16="http://schemas.microsoft.com/office/drawing/2014/main" id="{572FA07F-27FA-452A-BEB8-7E55BA0B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858500" y="1628775"/>
            <a:ext cx="36195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72033"/>
            </a:solidFill>
            <a:prstDash val="solid"/>
          </a:ln>
        </p:spPr>
      </p:sp>
      <p:sp>
        <p:nvSpPr>
          <p:cNvPr id="182" name="B-normal-head">
            <a:extLst xmlns:a="http://schemas.openxmlformats.org/drawingml/2006/main">
              <a:ext uri="{FF2B5EF4-FFF2-40B4-BE49-F238E27FC236}">
                <a16:creationId xmlns:a16="http://schemas.microsoft.com/office/drawing/2014/main" id="{8686DBFF-0DA7-4C85-BB1A-D21FA0D5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01383">
            <a:off x="10810875" y="1581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4763">
            <a:solidFill>
              <a:srgbClr val="172033"/>
            </a:solidFill>
            <a:prstDash val="solid"/>
          </a:ln>
        </p:spPr>
      </p:sp>
      <p:sp>
        <p:nvSpPr>
          <p:cNvPr id="183" name="B-normal-label">
            <a:extLst xmlns:a="http://schemas.openxmlformats.org/drawingml/2006/main">
              <a:ext uri="{FF2B5EF4-FFF2-40B4-BE49-F238E27FC236}">
                <a16:creationId xmlns:a16="http://schemas.microsoft.com/office/drawing/2014/main" id="{3E30B469-84C3-437B-A0B5-2B0286C9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14001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nᵢ</a:t>
            </a:r>
          </a:p>
        </p:txBody>
      </p:sp>
      <p:sp>
        <p:nvSpPr>
          <p:cNvPr id="184" name="B-incidence-label">
            <a:extLst xmlns:a="http://schemas.openxmlformats.org/drawingml/2006/main">
              <a:ext uri="{FF2B5EF4-FFF2-40B4-BE49-F238E27FC236}">
                <a16:creationId xmlns:a16="http://schemas.microsoft.com/office/drawing/2014/main" id="{68B3563C-E9FE-4BAD-8BE1-A8397D8F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333625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incidence  θᵢ ≤ θₘₐₓ</a:t>
            </a:r>
          </a:p>
        </p:txBody>
      </p:sp>
      <p:sp>
        <p:nvSpPr>
          <p:cNvPr id="185" name="B-los-visible">
            <a:extLst xmlns:a="http://schemas.openxmlformats.org/drawingml/2006/main">
              <a:ext uri="{FF2B5EF4-FFF2-40B4-BE49-F238E27FC236}">
                <a16:creationId xmlns:a16="http://schemas.microsoft.com/office/drawing/2014/main" id="{1E9AC9A5-F66D-4F0E-B6E4-9895C83F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95450"/>
            <a:ext cx="904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LOS = 1</a:t>
            </a:r>
          </a:p>
          <a:p xmlns:a="http://schemas.openxmlformats.org/drawingml/2006/main">
            <a:pPr algn="ctr">
              <a:buNone/>
              <a:defRPr sz="1350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visible</a:t>
            </a:r>
          </a:p>
        </p:txBody>
      </p:sp>
      <p:sp>
        <p:nvSpPr>
          <p:cNvPr id="186" name="B-occluded-ray">
            <a:extLst xmlns:a="http://schemas.openxmlformats.org/drawingml/2006/main">
              <a:ext uri="{FF2B5EF4-FFF2-40B4-BE49-F238E27FC236}">
                <a16:creationId xmlns:a16="http://schemas.microsoft.com/office/drawing/2014/main" id="{EF2072B4-4171-496B-96B4-3A0EF969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81950" y="1285875"/>
            <a:ext cx="4829175" cy="866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43A34"/>
            </a:solidFill>
            <a:prstDash val="dash"/>
          </a:ln>
        </p:spPr>
      </p:sp>
      <p:sp>
        <p:nvSpPr>
          <p:cNvPr id="187" name="B-los-blocked">
            <a:extLst xmlns:a="http://schemas.openxmlformats.org/drawingml/2006/main">
              <a:ext uri="{FF2B5EF4-FFF2-40B4-BE49-F238E27FC236}">
                <a16:creationId xmlns:a16="http://schemas.microsoft.com/office/drawing/2014/main" id="{4C73EE35-0FED-4E9D-9270-ACECBB35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4479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LOS = 0</a:t>
            </a:r>
          </a:p>
          <a:p xmlns:a="http://schemas.openxmlformats.org/drawingml/2006/main">
            <a:pPr algn="ctr">
              <a:buNone/>
              <a:defRPr sz="1350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occluded</a:t>
            </a:r>
          </a:p>
        </p:txBody>
      </p:sp>
      <p:sp>
        <p:nvSpPr>
          <p:cNvPr id="188" name="B-dwell-frame-1">
            <a:extLst xmlns:a="http://schemas.openxmlformats.org/drawingml/2006/main">
              <a:ext uri="{FF2B5EF4-FFF2-40B4-BE49-F238E27FC236}">
                <a16:creationId xmlns:a16="http://schemas.microsoft.com/office/drawing/2014/main" id="{E34B971E-D795-4B6E-A81C-62B5E8EC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57550"/>
            <a:ext cx="1295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B3BF"/>
            </a:solidFill>
            <a:prstDash val="solid"/>
          </a:ln>
        </p:spPr>
      </p:sp>
      <p:sp>
        <p:nvSpPr>
          <p:cNvPr id="189" name="B-dwell-sat-1-upper-boom">
            <a:extLst xmlns:a="http://schemas.openxmlformats.org/drawingml/2006/main">
              <a:ext uri="{FF2B5EF4-FFF2-40B4-BE49-F238E27FC236}">
                <a16:creationId xmlns:a16="http://schemas.microsoft.com/office/drawing/2014/main" id="{DBFAA6A7-EEBB-4A16-98C7-8EBAB427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4756" y="3652838"/>
            <a:ext cx="1428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190" name="B-dwell-sat-1-lower-boom">
            <a:extLst xmlns:a="http://schemas.openxmlformats.org/drawingml/2006/main">
              <a:ext uri="{FF2B5EF4-FFF2-40B4-BE49-F238E27FC236}">
                <a16:creationId xmlns:a16="http://schemas.microsoft.com/office/drawing/2014/main" id="{722DC294-F50F-49C2-96BA-C601F1B4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4756" y="3795713"/>
            <a:ext cx="1428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191" name="B-dwell-sat-1-upper-panel">
            <a:extLst xmlns:a="http://schemas.openxmlformats.org/drawingml/2006/main">
              <a:ext uri="{FF2B5EF4-FFF2-40B4-BE49-F238E27FC236}">
                <a16:creationId xmlns:a16="http://schemas.microsoft.com/office/drawing/2014/main" id="{BC84718F-0335-4EC0-B31B-81919C0B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9513" y="3574256"/>
            <a:ext cx="10477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192" name="B-dwell-sat-1-upper-grid--5.5">
            <a:extLst xmlns:a="http://schemas.openxmlformats.org/drawingml/2006/main">
              <a:ext uri="{FF2B5EF4-FFF2-40B4-BE49-F238E27FC236}">
                <a16:creationId xmlns:a16="http://schemas.microsoft.com/office/drawing/2014/main" id="{BD009C5B-F9E4-4CEB-96CE-760A53BE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3801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93" name="B-dwell-sat-1-upper-grid-0">
            <a:extLst xmlns:a="http://schemas.openxmlformats.org/drawingml/2006/main">
              <a:ext uri="{FF2B5EF4-FFF2-40B4-BE49-F238E27FC236}">
                <a16:creationId xmlns:a16="http://schemas.microsoft.com/office/drawing/2014/main" id="{4DD431D2-5513-428A-93AA-E5956E91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9995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94" name="B-dwell-sat-1-upper-grid-5.5">
            <a:extLst xmlns:a="http://schemas.openxmlformats.org/drawingml/2006/main">
              <a:ext uri="{FF2B5EF4-FFF2-40B4-BE49-F238E27FC236}">
                <a16:creationId xmlns:a16="http://schemas.microsoft.com/office/drawing/2014/main" id="{30E5C471-D5F0-4055-B3EC-B5B467AF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6189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95" name="B-dwell-sat-1-lower-panel">
            <a:extLst xmlns:a="http://schemas.openxmlformats.org/drawingml/2006/main">
              <a:ext uri="{FF2B5EF4-FFF2-40B4-BE49-F238E27FC236}">
                <a16:creationId xmlns:a16="http://schemas.microsoft.com/office/drawing/2014/main" id="{1CEF4573-5383-42A8-AD4B-3A2C934F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9513" y="3840956"/>
            <a:ext cx="10477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196" name="B-dwell-sat-1-lower-grid--5.5">
            <a:extLst xmlns:a="http://schemas.openxmlformats.org/drawingml/2006/main">
              <a:ext uri="{FF2B5EF4-FFF2-40B4-BE49-F238E27FC236}">
                <a16:creationId xmlns:a16="http://schemas.microsoft.com/office/drawing/2014/main" id="{1E6E877B-D421-4C5E-AA42-8BA05AE7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3801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97" name="B-dwell-sat-1-lower-grid-0">
            <a:extLst xmlns:a="http://schemas.openxmlformats.org/drawingml/2006/main">
              <a:ext uri="{FF2B5EF4-FFF2-40B4-BE49-F238E27FC236}">
                <a16:creationId xmlns:a16="http://schemas.microsoft.com/office/drawing/2014/main" id="{1B119457-D9F5-42CF-9D07-22B0A670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9995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98" name="B-dwell-sat-1-lower-grid-5.5">
            <a:extLst xmlns:a="http://schemas.openxmlformats.org/drawingml/2006/main">
              <a:ext uri="{FF2B5EF4-FFF2-40B4-BE49-F238E27FC236}">
                <a16:creationId xmlns:a16="http://schemas.microsoft.com/office/drawing/2014/main" id="{45DD7E68-F673-431C-B795-F6C4262F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6189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99" name="B-dwell-sat-1-body">
            <a:extLst xmlns:a="http://schemas.openxmlformats.org/drawingml/2006/main">
              <a:ext uri="{FF2B5EF4-FFF2-40B4-BE49-F238E27FC236}">
                <a16:creationId xmlns:a16="http://schemas.microsoft.com/office/drawing/2014/main" id="{41CC5067-EB78-4A18-8A7B-B4A83597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7606" y="3693319"/>
            <a:ext cx="128588" cy="11906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200" name="B-dwell-sat-1-body-panel">
            <a:extLst xmlns:a="http://schemas.openxmlformats.org/drawingml/2006/main">
              <a:ext uri="{FF2B5EF4-FFF2-40B4-BE49-F238E27FC236}">
                <a16:creationId xmlns:a16="http://schemas.microsoft.com/office/drawing/2014/main" id="{AAA4873A-FE27-4B7B-BC10-0F008FCD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1419" y="3721894"/>
            <a:ext cx="52388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201" name="B-dwell-sat-1-camera-housing">
            <a:extLst xmlns:a="http://schemas.openxmlformats.org/drawingml/2006/main">
              <a:ext uri="{FF2B5EF4-FFF2-40B4-BE49-F238E27FC236}">
                <a16:creationId xmlns:a16="http://schemas.microsoft.com/office/drawing/2014/main" id="{8293DBE3-860F-4160-BFDA-147F96A7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4288" y="3726656"/>
            <a:ext cx="57150" cy="523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202" name="B-dwell-sat-1-camera-aperture">
            <a:extLst xmlns:a="http://schemas.openxmlformats.org/drawingml/2006/main">
              <a:ext uri="{FF2B5EF4-FFF2-40B4-BE49-F238E27FC236}">
                <a16:creationId xmlns:a16="http://schemas.microsoft.com/office/drawing/2014/main" id="{B1B156C5-46E6-45A3-96AA-5D6A9347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9531" y="3729038"/>
            <a:ext cx="33338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203" name="B-dwell-sat-1-camera-glass">
            <a:extLst xmlns:a="http://schemas.openxmlformats.org/drawingml/2006/main">
              <a:ext uri="{FF2B5EF4-FFF2-40B4-BE49-F238E27FC236}">
                <a16:creationId xmlns:a16="http://schemas.microsoft.com/office/drawing/2014/main" id="{0C9356EC-42D9-435F-81CE-CE4416D0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3819" y="3740944"/>
            <a:ext cx="14288" cy="23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204" name="B-dwell-sat-1-antenna">
            <a:extLst xmlns:a="http://schemas.openxmlformats.org/drawingml/2006/main">
              <a:ext uri="{FF2B5EF4-FFF2-40B4-BE49-F238E27FC236}">
                <a16:creationId xmlns:a16="http://schemas.microsoft.com/office/drawing/2014/main" id="{E7E1DCD6-F609-4F7E-BD47-70AFBF51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7131" y="3688556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205" name="B-dwell-target-1">
            <a:extLst xmlns:a="http://schemas.openxmlformats.org/drawingml/2006/main">
              <a:ext uri="{FF2B5EF4-FFF2-40B4-BE49-F238E27FC236}">
                <a16:creationId xmlns:a16="http://schemas.microsoft.com/office/drawing/2014/main" id="{56AB243D-88CC-4209-8E1A-C658C927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533775"/>
            <a:ext cx="228600" cy="4857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DADD"/>
          </a:solidFill>
          <a:ln xmlns:a="http://schemas.openxmlformats.org/drawingml/2006/main" w="7620">
            <a:solidFill>
              <a:srgbClr val="60656A"/>
            </a:solidFill>
            <a:prstDash val="solid"/>
          </a:ln>
        </p:spPr>
      </p:sp>
      <p:sp>
        <p:nvSpPr>
          <p:cNvPr id="206" name="B-dwell-point-1">
            <a:extLst xmlns:a="http://schemas.openxmlformats.org/drawingml/2006/main">
              <a:ext uri="{FF2B5EF4-FFF2-40B4-BE49-F238E27FC236}">
                <a16:creationId xmlns:a16="http://schemas.microsoft.com/office/drawing/2014/main" id="{9F0A88E5-2FA2-4631-B485-9126DEE7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413" y="38147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207" name="B-dwell-ray-1">
            <a:extLst xmlns:a="http://schemas.openxmlformats.org/drawingml/2006/main">
              <a:ext uri="{FF2B5EF4-FFF2-40B4-BE49-F238E27FC236}">
                <a16:creationId xmlns:a16="http://schemas.microsoft.com/office/drawing/2014/main" id="{651173D4-2087-4576-A813-CFB57BDE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05725" y="3752850"/>
            <a:ext cx="58102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878C8"/>
            </a:solidFill>
            <a:prstDash val="dash"/>
          </a:ln>
        </p:spPr>
      </p:sp>
      <p:sp>
        <p:nvSpPr>
          <p:cNvPr id="208" name="B-dwell-time-1">
            <a:extLst xmlns:a="http://schemas.openxmlformats.org/drawingml/2006/main">
              <a:ext uri="{FF2B5EF4-FFF2-40B4-BE49-F238E27FC236}">
                <a16:creationId xmlns:a16="http://schemas.microsoft.com/office/drawing/2014/main" id="{4777E1A8-F48B-4549-BC79-F41A7213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pose j</a:t>
            </a:r>
          </a:p>
        </p:txBody>
      </p:sp>
      <p:sp>
        <p:nvSpPr>
          <p:cNvPr id="209" name="B-dwell-frame-2">
            <a:extLst xmlns:a="http://schemas.openxmlformats.org/drawingml/2006/main">
              <a:ext uri="{FF2B5EF4-FFF2-40B4-BE49-F238E27FC236}">
                <a16:creationId xmlns:a16="http://schemas.microsoft.com/office/drawing/2014/main" id="{084B31F4-9ED9-45BC-B31F-A8AF147B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1295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B3BF"/>
            </a:solidFill>
            <a:prstDash val="solid"/>
          </a:ln>
        </p:spPr>
      </p:sp>
      <p:sp>
        <p:nvSpPr>
          <p:cNvPr id="210" name="B-dwell-sat-2-upper-boom">
            <a:extLst xmlns:a="http://schemas.openxmlformats.org/drawingml/2006/main">
              <a:ext uri="{FF2B5EF4-FFF2-40B4-BE49-F238E27FC236}">
                <a16:creationId xmlns:a16="http://schemas.microsoft.com/office/drawing/2014/main" id="{E40448A1-E6EE-48AA-A203-7774FB78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7806" y="3652838"/>
            <a:ext cx="1428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211" name="B-dwell-sat-2-lower-boom">
            <a:extLst xmlns:a="http://schemas.openxmlformats.org/drawingml/2006/main">
              <a:ext uri="{FF2B5EF4-FFF2-40B4-BE49-F238E27FC236}">
                <a16:creationId xmlns:a16="http://schemas.microsoft.com/office/drawing/2014/main" id="{B00415E2-C107-4861-BEA8-2AC8D940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7806" y="3795713"/>
            <a:ext cx="1428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212" name="B-dwell-sat-2-upper-panel">
            <a:extLst xmlns:a="http://schemas.openxmlformats.org/drawingml/2006/main">
              <a:ext uri="{FF2B5EF4-FFF2-40B4-BE49-F238E27FC236}">
                <a16:creationId xmlns:a16="http://schemas.microsoft.com/office/drawing/2014/main" id="{11AC1CD8-0185-4362-911C-206B27F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2563" y="3574256"/>
            <a:ext cx="10477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213" name="B-dwell-sat-2-upper-grid--5.5">
            <a:extLst xmlns:a="http://schemas.openxmlformats.org/drawingml/2006/main">
              <a:ext uri="{FF2B5EF4-FFF2-40B4-BE49-F238E27FC236}">
                <a16:creationId xmlns:a16="http://schemas.microsoft.com/office/drawing/2014/main" id="{C55E03BA-8572-4307-807C-7788C295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851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14" name="B-dwell-sat-2-upper-grid-0">
            <a:extLst xmlns:a="http://schemas.openxmlformats.org/drawingml/2006/main">
              <a:ext uri="{FF2B5EF4-FFF2-40B4-BE49-F238E27FC236}">
                <a16:creationId xmlns:a16="http://schemas.microsoft.com/office/drawing/2014/main" id="{7B4E3A45-0525-43CA-8C74-BD811B28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3045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15" name="B-dwell-sat-2-upper-grid-5.5">
            <a:extLst xmlns:a="http://schemas.openxmlformats.org/drawingml/2006/main">
              <a:ext uri="{FF2B5EF4-FFF2-40B4-BE49-F238E27FC236}">
                <a16:creationId xmlns:a16="http://schemas.microsoft.com/office/drawing/2014/main" id="{B24E7C49-5A04-4008-A00C-19092649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9239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16" name="B-dwell-sat-2-lower-panel">
            <a:extLst xmlns:a="http://schemas.openxmlformats.org/drawingml/2006/main">
              <a:ext uri="{FF2B5EF4-FFF2-40B4-BE49-F238E27FC236}">
                <a16:creationId xmlns:a16="http://schemas.microsoft.com/office/drawing/2014/main" id="{0D7375FC-D2BA-407B-95FA-6A1804C6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2563" y="3840956"/>
            <a:ext cx="10477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217" name="B-dwell-sat-2-lower-grid--5.5">
            <a:extLst xmlns:a="http://schemas.openxmlformats.org/drawingml/2006/main">
              <a:ext uri="{FF2B5EF4-FFF2-40B4-BE49-F238E27FC236}">
                <a16:creationId xmlns:a16="http://schemas.microsoft.com/office/drawing/2014/main" id="{A471A25E-7BC1-4BC8-AC3E-E513B669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851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18" name="B-dwell-sat-2-lower-grid-0">
            <a:extLst xmlns:a="http://schemas.openxmlformats.org/drawingml/2006/main">
              <a:ext uri="{FF2B5EF4-FFF2-40B4-BE49-F238E27FC236}">
                <a16:creationId xmlns:a16="http://schemas.microsoft.com/office/drawing/2014/main" id="{ED4125F5-D9FD-4E1B-90CB-2983DCD0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3045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19" name="B-dwell-sat-2-lower-grid-5.5">
            <a:extLst xmlns:a="http://schemas.openxmlformats.org/drawingml/2006/main">
              <a:ext uri="{FF2B5EF4-FFF2-40B4-BE49-F238E27FC236}">
                <a16:creationId xmlns:a16="http://schemas.microsoft.com/office/drawing/2014/main" id="{47B96F7E-49A3-46DC-9957-91A3F07C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9239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20" name="B-dwell-sat-2-body">
            <a:extLst xmlns:a="http://schemas.openxmlformats.org/drawingml/2006/main">
              <a:ext uri="{FF2B5EF4-FFF2-40B4-BE49-F238E27FC236}">
                <a16:creationId xmlns:a16="http://schemas.microsoft.com/office/drawing/2014/main" id="{705693C9-2370-4FB7-A62A-F9A2CE65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0656" y="3693319"/>
            <a:ext cx="128588" cy="11906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221" name="B-dwell-sat-2-body-panel">
            <a:extLst xmlns:a="http://schemas.openxmlformats.org/drawingml/2006/main">
              <a:ext uri="{FF2B5EF4-FFF2-40B4-BE49-F238E27FC236}">
                <a16:creationId xmlns:a16="http://schemas.microsoft.com/office/drawing/2014/main" id="{4C8C62E7-32F4-4C8E-AF56-1C5AACE2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4469" y="3721894"/>
            <a:ext cx="52388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222" name="B-dwell-sat-2-camera-housing">
            <a:extLst xmlns:a="http://schemas.openxmlformats.org/drawingml/2006/main">
              <a:ext uri="{FF2B5EF4-FFF2-40B4-BE49-F238E27FC236}">
                <a16:creationId xmlns:a16="http://schemas.microsoft.com/office/drawing/2014/main" id="{77FBD0DF-0AEA-4B36-8819-C70227C3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7338" y="3726656"/>
            <a:ext cx="57150" cy="523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223" name="B-dwell-sat-2-camera-aperture">
            <a:extLst xmlns:a="http://schemas.openxmlformats.org/drawingml/2006/main">
              <a:ext uri="{FF2B5EF4-FFF2-40B4-BE49-F238E27FC236}">
                <a16:creationId xmlns:a16="http://schemas.microsoft.com/office/drawing/2014/main" id="{47786A99-527A-471C-B950-491533A8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2581" y="3729038"/>
            <a:ext cx="33338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224" name="B-dwell-sat-2-camera-glass">
            <a:extLst xmlns:a="http://schemas.openxmlformats.org/drawingml/2006/main">
              <a:ext uri="{FF2B5EF4-FFF2-40B4-BE49-F238E27FC236}">
                <a16:creationId xmlns:a16="http://schemas.microsoft.com/office/drawing/2014/main" id="{15CA769B-77F6-4A28-A765-9CBF8CBB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6869" y="3740944"/>
            <a:ext cx="14288" cy="23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225" name="B-dwell-sat-2-antenna">
            <a:extLst xmlns:a="http://schemas.openxmlformats.org/drawingml/2006/main">
              <a:ext uri="{FF2B5EF4-FFF2-40B4-BE49-F238E27FC236}">
                <a16:creationId xmlns:a16="http://schemas.microsoft.com/office/drawing/2014/main" id="{9C4E5A02-4B50-4CB0-9AF2-112400CF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0181" y="3688556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226" name="B-dwell-target-2">
            <a:extLst xmlns:a="http://schemas.openxmlformats.org/drawingml/2006/main">
              <a:ext uri="{FF2B5EF4-FFF2-40B4-BE49-F238E27FC236}">
                <a16:creationId xmlns:a16="http://schemas.microsoft.com/office/drawing/2014/main" id="{46E32D80-5D7A-49BA-AA4E-868DCE90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33775"/>
            <a:ext cx="228600" cy="4857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DADD"/>
          </a:solidFill>
          <a:ln xmlns:a="http://schemas.openxmlformats.org/drawingml/2006/main" w="7620">
            <a:solidFill>
              <a:srgbClr val="60656A"/>
            </a:solidFill>
            <a:prstDash val="solid"/>
          </a:ln>
        </p:spPr>
      </p:sp>
      <p:sp>
        <p:nvSpPr>
          <p:cNvPr id="227" name="B-dwell-point-2">
            <a:extLst xmlns:a="http://schemas.openxmlformats.org/drawingml/2006/main">
              <a:ext uri="{FF2B5EF4-FFF2-40B4-BE49-F238E27FC236}">
                <a16:creationId xmlns:a16="http://schemas.microsoft.com/office/drawing/2014/main" id="{0E366AC2-45BC-46A1-9A3F-AF1636C7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463" y="38147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3A34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228" name="B-dwell-ray-2">
            <a:extLst xmlns:a="http://schemas.openxmlformats.org/drawingml/2006/main">
              <a:ext uri="{FF2B5EF4-FFF2-40B4-BE49-F238E27FC236}">
                <a16:creationId xmlns:a16="http://schemas.microsoft.com/office/drawing/2014/main" id="{69C2A44E-79F0-4A28-BAE3-C9F48FB3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48775" y="3752850"/>
            <a:ext cx="58102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43A34"/>
            </a:solidFill>
            <a:prstDash val="dash"/>
          </a:ln>
        </p:spPr>
      </p:sp>
      <p:sp>
        <p:nvSpPr>
          <p:cNvPr id="229" name="B-dwell-time-2">
            <a:extLst xmlns:a="http://schemas.openxmlformats.org/drawingml/2006/main">
              <a:ext uri="{FF2B5EF4-FFF2-40B4-BE49-F238E27FC236}">
                <a16:creationId xmlns:a16="http://schemas.microsoft.com/office/drawing/2014/main" id="{45B57220-6460-483F-9EF1-B1AF8EC8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tests</a:t>
            </a:r>
          </a:p>
        </p:txBody>
      </p:sp>
      <p:sp>
        <p:nvSpPr>
          <p:cNvPr id="230" name="B-dwell-frame-3">
            <a:extLst xmlns:a="http://schemas.openxmlformats.org/drawingml/2006/main">
              <a:ext uri="{FF2B5EF4-FFF2-40B4-BE49-F238E27FC236}">
                <a16:creationId xmlns:a16="http://schemas.microsoft.com/office/drawing/2014/main" id="{E392BA69-2E30-4B94-B1FB-8501A9B4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57550"/>
            <a:ext cx="1295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B3BF"/>
            </a:solidFill>
            <a:prstDash val="solid"/>
          </a:ln>
        </p:spPr>
      </p:sp>
      <p:sp>
        <p:nvSpPr>
          <p:cNvPr id="231" name="B-dwell-sat-3-upper-boom">
            <a:extLst xmlns:a="http://schemas.openxmlformats.org/drawingml/2006/main">
              <a:ext uri="{FF2B5EF4-FFF2-40B4-BE49-F238E27FC236}">
                <a16:creationId xmlns:a16="http://schemas.microsoft.com/office/drawing/2014/main" id="{CC936456-94D1-4FF4-91BF-2C312154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7056" y="3652838"/>
            <a:ext cx="1428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232" name="B-dwell-sat-3-lower-boom">
            <a:extLst xmlns:a="http://schemas.openxmlformats.org/drawingml/2006/main">
              <a:ext uri="{FF2B5EF4-FFF2-40B4-BE49-F238E27FC236}">
                <a16:creationId xmlns:a16="http://schemas.microsoft.com/office/drawing/2014/main" id="{4BA2F3AE-3E3C-4230-96DE-0A3E5A4B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7056" y="3795713"/>
            <a:ext cx="1428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233" name="B-dwell-sat-3-upper-panel">
            <a:extLst xmlns:a="http://schemas.openxmlformats.org/drawingml/2006/main">
              <a:ext uri="{FF2B5EF4-FFF2-40B4-BE49-F238E27FC236}">
                <a16:creationId xmlns:a16="http://schemas.microsoft.com/office/drawing/2014/main" id="{C31AC058-D621-4C60-BBBC-DD2EEAC6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1813" y="3574256"/>
            <a:ext cx="10477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234" name="B-dwell-sat-3-upper-grid--5.5">
            <a:extLst xmlns:a="http://schemas.openxmlformats.org/drawingml/2006/main">
              <a:ext uri="{FF2B5EF4-FFF2-40B4-BE49-F238E27FC236}">
                <a16:creationId xmlns:a16="http://schemas.microsoft.com/office/drawing/2014/main" id="{0C1DCD1D-5880-4A38-8EDA-B1137B8D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6101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35" name="B-dwell-sat-3-upper-grid-0">
            <a:extLst xmlns:a="http://schemas.openxmlformats.org/drawingml/2006/main">
              <a:ext uri="{FF2B5EF4-FFF2-40B4-BE49-F238E27FC236}">
                <a16:creationId xmlns:a16="http://schemas.microsoft.com/office/drawing/2014/main" id="{039DB598-DA1E-4C54-8410-1BDF0D71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2295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36" name="B-dwell-sat-3-upper-grid-5.5">
            <a:extLst xmlns:a="http://schemas.openxmlformats.org/drawingml/2006/main">
              <a:ext uri="{FF2B5EF4-FFF2-40B4-BE49-F238E27FC236}">
                <a16:creationId xmlns:a16="http://schemas.microsoft.com/office/drawing/2014/main" id="{190A59E4-CD94-466B-AEEC-A3878557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8489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37" name="B-dwell-sat-3-lower-panel">
            <a:extLst xmlns:a="http://schemas.openxmlformats.org/drawingml/2006/main">
              <a:ext uri="{FF2B5EF4-FFF2-40B4-BE49-F238E27FC236}">
                <a16:creationId xmlns:a16="http://schemas.microsoft.com/office/drawing/2014/main" id="{D501C158-0D68-48B4-B65E-A03BF235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1813" y="3840956"/>
            <a:ext cx="10477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238" name="B-dwell-sat-3-lower-grid--5.5">
            <a:extLst xmlns:a="http://schemas.openxmlformats.org/drawingml/2006/main">
              <a:ext uri="{FF2B5EF4-FFF2-40B4-BE49-F238E27FC236}">
                <a16:creationId xmlns:a16="http://schemas.microsoft.com/office/drawing/2014/main" id="{AA83C7BA-14FD-48FE-AD2B-C54F76C3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6101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39" name="B-dwell-sat-3-lower-grid-0">
            <a:extLst xmlns:a="http://schemas.openxmlformats.org/drawingml/2006/main">
              <a:ext uri="{FF2B5EF4-FFF2-40B4-BE49-F238E27FC236}">
                <a16:creationId xmlns:a16="http://schemas.microsoft.com/office/drawing/2014/main" id="{9B46BFEF-9644-4615-994B-8190C0BC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2295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40" name="B-dwell-sat-3-lower-grid-5.5">
            <a:extLst xmlns:a="http://schemas.openxmlformats.org/drawingml/2006/main">
              <a:ext uri="{FF2B5EF4-FFF2-40B4-BE49-F238E27FC236}">
                <a16:creationId xmlns:a16="http://schemas.microsoft.com/office/drawing/2014/main" id="{6D1CFE03-B66E-4232-B513-2CED6A84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8489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41" name="B-dwell-sat-3-body">
            <a:extLst xmlns:a="http://schemas.openxmlformats.org/drawingml/2006/main">
              <a:ext uri="{FF2B5EF4-FFF2-40B4-BE49-F238E27FC236}">
                <a16:creationId xmlns:a16="http://schemas.microsoft.com/office/drawing/2014/main" id="{A7CC2ACF-CC88-4CE0-9ABD-85769961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906" y="3693319"/>
            <a:ext cx="128588" cy="11906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242" name="B-dwell-sat-3-body-panel">
            <a:extLst xmlns:a="http://schemas.openxmlformats.org/drawingml/2006/main">
              <a:ext uri="{FF2B5EF4-FFF2-40B4-BE49-F238E27FC236}">
                <a16:creationId xmlns:a16="http://schemas.microsoft.com/office/drawing/2014/main" id="{E490B0AB-A049-4C7D-A57A-BCF820BB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3719" y="3721894"/>
            <a:ext cx="52388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243" name="B-dwell-sat-3-camera-housing">
            <a:extLst xmlns:a="http://schemas.openxmlformats.org/drawingml/2006/main">
              <a:ext uri="{FF2B5EF4-FFF2-40B4-BE49-F238E27FC236}">
                <a16:creationId xmlns:a16="http://schemas.microsoft.com/office/drawing/2014/main" id="{3DC9286E-20E8-4E6F-8E4A-8FB94C9F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6588" y="3726656"/>
            <a:ext cx="57150" cy="523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244" name="B-dwell-sat-3-camera-aperture">
            <a:extLst xmlns:a="http://schemas.openxmlformats.org/drawingml/2006/main">
              <a:ext uri="{FF2B5EF4-FFF2-40B4-BE49-F238E27FC236}">
                <a16:creationId xmlns:a16="http://schemas.microsoft.com/office/drawing/2014/main" id="{C9D22151-7259-4E02-931B-20C35098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1831" y="3729038"/>
            <a:ext cx="33338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245" name="B-dwell-sat-3-camera-glass">
            <a:extLst xmlns:a="http://schemas.openxmlformats.org/drawingml/2006/main">
              <a:ext uri="{FF2B5EF4-FFF2-40B4-BE49-F238E27FC236}">
                <a16:creationId xmlns:a16="http://schemas.microsoft.com/office/drawing/2014/main" id="{3C7F5DC0-AFD7-4BD7-AEF8-3942E344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6119" y="3740944"/>
            <a:ext cx="14288" cy="23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246" name="B-dwell-sat-3-antenna">
            <a:extLst xmlns:a="http://schemas.openxmlformats.org/drawingml/2006/main">
              <a:ext uri="{FF2B5EF4-FFF2-40B4-BE49-F238E27FC236}">
                <a16:creationId xmlns:a16="http://schemas.microsoft.com/office/drawing/2014/main" id="{45207C93-BFB8-47EC-9A23-D42DF159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9431" y="3688556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247" name="B-dwell-target-3">
            <a:extLst xmlns:a="http://schemas.openxmlformats.org/drawingml/2006/main">
              <a:ext uri="{FF2B5EF4-FFF2-40B4-BE49-F238E27FC236}">
                <a16:creationId xmlns:a16="http://schemas.microsoft.com/office/drawing/2014/main" id="{751C98B7-D8B5-4FF8-8CEC-39091A43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533775"/>
            <a:ext cx="228600" cy="4857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DADD"/>
          </a:solidFill>
          <a:ln xmlns:a="http://schemas.openxmlformats.org/drawingml/2006/main" w="7620">
            <a:solidFill>
              <a:srgbClr val="60656A"/>
            </a:solidFill>
            <a:prstDash val="solid"/>
          </a:ln>
        </p:spPr>
      </p:sp>
      <p:sp>
        <p:nvSpPr>
          <p:cNvPr id="248" name="B-dwell-point-3">
            <a:extLst xmlns:a="http://schemas.openxmlformats.org/drawingml/2006/main">
              <a:ext uri="{FF2B5EF4-FFF2-40B4-BE49-F238E27FC236}">
                <a16:creationId xmlns:a16="http://schemas.microsoft.com/office/drawing/2014/main" id="{69882368-0C30-4637-BB7A-74EE3180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5713" y="38147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249" name="B-dwell-ray-3">
            <a:extLst xmlns:a="http://schemas.openxmlformats.org/drawingml/2006/main">
              <a:ext uri="{FF2B5EF4-FFF2-40B4-BE49-F238E27FC236}">
                <a16:creationId xmlns:a16="http://schemas.microsoft.com/office/drawing/2014/main" id="{49AACC11-9517-471D-8E97-0C258B47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68025" y="3752850"/>
            <a:ext cx="58102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878C8"/>
            </a:solidFill>
            <a:prstDash val="dash"/>
          </a:ln>
        </p:spPr>
      </p:sp>
      <p:sp>
        <p:nvSpPr>
          <p:cNvPr id="250" name="B-dwell-time-3">
            <a:extLst xmlns:a="http://schemas.openxmlformats.org/drawingml/2006/main">
              <a:ext uri="{FF2B5EF4-FFF2-40B4-BE49-F238E27FC236}">
                <a16:creationId xmlns:a16="http://schemas.microsoft.com/office/drawing/2014/main" id="{9C738D1C-760B-42A9-8D62-BCEB26AB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Gⱼ</a:t>
            </a:r>
          </a:p>
        </p:txBody>
      </p:sp>
      <p:sp>
        <p:nvSpPr>
          <p:cNvPr id="251" name="B-dwell-ellipsis-1">
            <a:extLst xmlns:a="http://schemas.openxmlformats.org/drawingml/2006/main">
              <a:ext uri="{FF2B5EF4-FFF2-40B4-BE49-F238E27FC236}">
                <a16:creationId xmlns:a16="http://schemas.microsoft.com/office/drawing/2014/main" id="{7B915A8A-37D4-4ECD-BF6D-6C46AACF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718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5744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⋯</a:t>
            </a:r>
          </a:p>
        </p:txBody>
      </p:sp>
      <p:sp>
        <p:nvSpPr>
          <p:cNvPr id="252" name="B-dwell-ellipsis-2">
            <a:extLst xmlns:a="http://schemas.openxmlformats.org/drawingml/2006/main">
              <a:ext uri="{FF2B5EF4-FFF2-40B4-BE49-F238E27FC236}">
                <a16:creationId xmlns:a16="http://schemas.microsoft.com/office/drawing/2014/main" id="{61A403C7-01DD-4288-8F34-CCAE85BA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5718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7173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⋯</a:t>
            </a:r>
          </a:p>
        </p:txBody>
      </p:sp>
      <p:sp>
        <p:nvSpPr>
          <p:cNvPr id="253" name="B-dwell-arrow-line">
            <a:extLst xmlns:a="http://schemas.openxmlformats.org/drawingml/2006/main">
              <a:ext uri="{FF2B5EF4-FFF2-40B4-BE49-F238E27FC236}">
                <a16:creationId xmlns:a16="http://schemas.microsoft.com/office/drawing/2014/main" id="{E06A656D-78F5-4C74-9397-3A9733D1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87200" y="3762375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72033"/>
            </a:solidFill>
            <a:prstDash val="solid"/>
          </a:ln>
        </p:spPr>
      </p:sp>
      <p:sp>
        <p:nvSpPr>
          <p:cNvPr id="254" name="B-dwell-arrow-head">
            <a:extLst xmlns:a="http://schemas.openxmlformats.org/drawingml/2006/main">
              <a:ext uri="{FF2B5EF4-FFF2-40B4-BE49-F238E27FC236}">
                <a16:creationId xmlns:a16="http://schemas.microsoft.com/office/drawing/2014/main" id="{D67E8270-2FC5-4B3A-9833-342C4143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220575" y="3714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4763">
            <a:solidFill>
              <a:srgbClr val="172033"/>
            </a:solidFill>
            <a:prstDash val="solid"/>
          </a:ln>
        </p:spPr>
      </p:sp>
      <p:sp>
        <p:nvSpPr>
          <p:cNvPr id="255" name="B-dwell-equation">
            <a:extLst xmlns:a="http://schemas.openxmlformats.org/drawingml/2006/main">
              <a:ext uri="{FF2B5EF4-FFF2-40B4-BE49-F238E27FC236}">
                <a16:creationId xmlns:a16="http://schemas.microsoft.com/office/drawing/2014/main" id="{BB7128F3-0F4E-48CF-8DCD-87922F9E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314700"/>
            <a:ext cx="1828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9525">
            <a:solidFill>
              <a:srgbClr val="145DA0">
                <a:alpha val="55000"/>
              </a:srgbClr>
            </a:solidFill>
            <a:prstDash val="solid"/>
          </a:ln>
        </p:spPr>
        <p:txBody>
          <a:bodyPr xmlns:a="http://schemas.openxmlformats.org/drawingml/2006/main" lIns="95250" tIns="7620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Gⱼ={i: all tests pass}</a:t>
            </a:r>
          </a:p>
          <a:p xmlns:a="http://schemas.openxmlformats.org/drawingml/2006/main">
            <a:pPr algn="l">
              <a:buNone/>
              <a:defRPr sz="12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select j: m⁺=m∨Gⱼ</a:t>
            </a:r>
          </a:p>
          <a:p xmlns:a="http://schemas.openxmlformats.org/drawingml/2006/main">
            <a:pPr algn="l">
              <a:buNone/>
              <a:defRPr sz="12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exposure prescribed</a:t>
            </a:r>
          </a:p>
        </p:txBody>
      </p:sp>
      <p:sp>
        <p:nvSpPr>
          <p:cNvPr id="256" name="B-dwell-caption">
            <a:extLst xmlns:a="http://schemas.openxmlformats.org/drawingml/2006/main">
              <a:ext uri="{FF2B5EF4-FFF2-40B4-BE49-F238E27FC236}">
                <a16:creationId xmlns:a16="http://schemas.microsoft.com/office/drawing/2014/main" id="{658AB626-AD9A-4F43-9C4E-23CED3C6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33875"/>
            <a:ext cx="595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A stabilized pose credits fixed mask Gⱼ; dwell/exposure time is not integrated.</a:t>
            </a:r>
          </a:p>
        </p:txBody>
      </p:sp>
      <p:sp>
        <p:nvSpPr>
          <p:cNvPr id="257" name="panel-C-letter">
            <a:extLst xmlns:a="http://schemas.openxmlformats.org/drawingml/2006/main">
              <a:ext uri="{FF2B5EF4-FFF2-40B4-BE49-F238E27FC236}">
                <a16:creationId xmlns:a16="http://schemas.microsoft.com/office/drawing/2014/main" id="{7F27BB7F-56BA-47C6-BA87-7B0E0D2C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58" name="panel-C-title">
            <a:extLst xmlns:a="http://schemas.openxmlformats.org/drawingml/2006/main">
              <a:ext uri="{FF2B5EF4-FFF2-40B4-BE49-F238E27FC236}">
                <a16:creationId xmlns:a16="http://schemas.microsoft.com/office/drawing/2014/main" id="{8D526137-2192-4C5A-A6D1-C8983682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84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Observation nodes and source-dependent SOOA edges</a:t>
            </a:r>
          </a:p>
        </p:txBody>
      </p:sp>
      <p:sp>
        <p:nvSpPr>
          <p:cNvPr id="259" name="C-feasible-edge-1-line">
            <a:extLst xmlns:a="http://schemas.openxmlformats.org/drawingml/2006/main">
              <a:ext uri="{FF2B5EF4-FFF2-40B4-BE49-F238E27FC236}">
                <a16:creationId xmlns:a16="http://schemas.microsoft.com/office/drawing/2014/main" id="{5F3BD4A5-8667-4C8D-ABB5-6564C26C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33700" y="5410200"/>
            <a:ext cx="10858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60" name="C-feasible-edge-1-head">
            <a:extLst xmlns:a="http://schemas.openxmlformats.org/drawingml/2006/main">
              <a:ext uri="{FF2B5EF4-FFF2-40B4-BE49-F238E27FC236}">
                <a16:creationId xmlns:a16="http://schemas.microsoft.com/office/drawing/2014/main" id="{D861FE4C-CC86-461F-A4F2-DF769535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27969">
            <a:off x="3976688" y="56340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61" name="C-feasible-edge-2-line">
            <a:extLst xmlns:a="http://schemas.openxmlformats.org/drawingml/2006/main">
              <a:ext uri="{FF2B5EF4-FFF2-40B4-BE49-F238E27FC236}">
                <a16:creationId xmlns:a16="http://schemas.microsoft.com/office/drawing/2014/main" id="{D6D85496-2957-44AD-A243-79FE342F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19550" y="5676900"/>
            <a:ext cx="68580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62" name="C-feasible-edge-2-head">
            <a:extLst xmlns:a="http://schemas.openxmlformats.org/drawingml/2006/main">
              <a:ext uri="{FF2B5EF4-FFF2-40B4-BE49-F238E27FC236}">
                <a16:creationId xmlns:a16="http://schemas.microsoft.com/office/drawing/2014/main" id="{21D78161-35A2-4869-8C49-A813EC23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02049">
            <a:off x="4662488" y="61769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63" name="C-feasible-edge-3-line">
            <a:extLst xmlns:a="http://schemas.openxmlformats.org/drawingml/2006/main">
              <a:ext uri="{FF2B5EF4-FFF2-40B4-BE49-F238E27FC236}">
                <a16:creationId xmlns:a16="http://schemas.microsoft.com/office/drawing/2014/main" id="{08D20F3F-99B5-42BB-9007-682A82E6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05350" y="6219825"/>
            <a:ext cx="17145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64" name="C-feasible-edge-3-head">
            <a:extLst xmlns:a="http://schemas.openxmlformats.org/drawingml/2006/main">
              <a:ext uri="{FF2B5EF4-FFF2-40B4-BE49-F238E27FC236}">
                <a16:creationId xmlns:a16="http://schemas.microsoft.com/office/drawing/2014/main" id="{E5F34E33-CC01-49DC-AF6D-0C2E9634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56268">
            <a:off x="4833938" y="70818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65" name="C-feasible-edge-4-line">
            <a:extLst xmlns:a="http://schemas.openxmlformats.org/drawingml/2006/main">
              <a:ext uri="{FF2B5EF4-FFF2-40B4-BE49-F238E27FC236}">
                <a16:creationId xmlns:a16="http://schemas.microsoft.com/office/drawing/2014/main" id="{4F52161D-4BAA-4D78-B376-2A45488C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381500" y="7124700"/>
            <a:ext cx="49530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66" name="C-feasible-edge-4-head">
            <a:extLst xmlns:a="http://schemas.openxmlformats.org/drawingml/2006/main">
              <a:ext uri="{FF2B5EF4-FFF2-40B4-BE49-F238E27FC236}">
                <a16:creationId xmlns:a16="http://schemas.microsoft.com/office/drawing/2014/main" id="{DA2C1D19-C4B0-43CF-B999-D8F7373A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367860">
            <a:off x="4338638" y="809148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67" name="C-feasible-edge-5-line">
            <a:extLst xmlns:a="http://schemas.openxmlformats.org/drawingml/2006/main">
              <a:ext uri="{FF2B5EF4-FFF2-40B4-BE49-F238E27FC236}">
                <a16:creationId xmlns:a16="http://schemas.microsoft.com/office/drawing/2014/main" id="{D27B026A-C914-4383-B47E-C1CE7F61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333750" y="8134350"/>
            <a:ext cx="10477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68" name="C-feasible-edge-5-head">
            <a:extLst xmlns:a="http://schemas.openxmlformats.org/drawingml/2006/main">
              <a:ext uri="{FF2B5EF4-FFF2-40B4-BE49-F238E27FC236}">
                <a16:creationId xmlns:a16="http://schemas.microsoft.com/office/drawing/2014/main" id="{198B953C-2F21-4978-AB90-ECAE826B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733363">
            <a:off x="3290888" y="85677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69" name="C-feasible-edge-6-line">
            <a:extLst xmlns:a="http://schemas.openxmlformats.org/drawingml/2006/main">
              <a:ext uri="{FF2B5EF4-FFF2-40B4-BE49-F238E27FC236}">
                <a16:creationId xmlns:a16="http://schemas.microsoft.com/office/drawing/2014/main" id="{01EAFEFB-AE54-4A81-8EA2-10871B54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143125" y="8486775"/>
            <a:ext cx="11906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70" name="C-feasible-edge-6-head">
            <a:extLst xmlns:a="http://schemas.openxmlformats.org/drawingml/2006/main">
              <a:ext uri="{FF2B5EF4-FFF2-40B4-BE49-F238E27FC236}">
                <a16:creationId xmlns:a16="http://schemas.microsoft.com/office/drawing/2014/main" id="{7ED492C9-DBC7-435B-A8BE-1B005EDD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043755">
            <a:off x="2100263" y="84439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71" name="C-feasible-edge-7-line">
            <a:extLst xmlns:a="http://schemas.openxmlformats.org/drawingml/2006/main">
              <a:ext uri="{FF2B5EF4-FFF2-40B4-BE49-F238E27FC236}">
                <a16:creationId xmlns:a16="http://schemas.microsoft.com/office/drawing/2014/main" id="{FC6E6ECA-B1FD-44F6-A149-D4CFCCDD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90625" y="7848600"/>
            <a:ext cx="95250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72" name="C-feasible-edge-7-head">
            <a:extLst xmlns:a="http://schemas.openxmlformats.org/drawingml/2006/main">
              <a:ext uri="{FF2B5EF4-FFF2-40B4-BE49-F238E27FC236}">
                <a16:creationId xmlns:a16="http://schemas.microsoft.com/office/drawing/2014/main" id="{5825D469-5496-4FBB-A10D-FCF012A5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370675">
            <a:off x="1147763" y="78057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73" name="C-feasible-edge-8-line">
            <a:extLst xmlns:a="http://schemas.openxmlformats.org/drawingml/2006/main">
              <a:ext uri="{FF2B5EF4-FFF2-40B4-BE49-F238E27FC236}">
                <a16:creationId xmlns:a16="http://schemas.microsoft.com/office/drawing/2014/main" id="{B1E22608-456F-4310-A22E-76553CBD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28675" y="6838950"/>
            <a:ext cx="36195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74" name="C-feasible-edge-8-head">
            <a:extLst xmlns:a="http://schemas.openxmlformats.org/drawingml/2006/main">
              <a:ext uri="{FF2B5EF4-FFF2-40B4-BE49-F238E27FC236}">
                <a16:creationId xmlns:a16="http://schemas.microsoft.com/office/drawing/2014/main" id="{EDFB8232-B371-43B4-8F0E-AE0072BD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83337">
            <a:off x="785813" y="679608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75" name="C-feasible-edge-9-line">
            <a:extLst xmlns:a="http://schemas.openxmlformats.org/drawingml/2006/main">
              <a:ext uri="{FF2B5EF4-FFF2-40B4-BE49-F238E27FC236}">
                <a16:creationId xmlns:a16="http://schemas.microsoft.com/office/drawing/2014/main" id="{CABDE1C3-830C-4E09-81F4-7DFE7FA7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8675" y="5895975"/>
            <a:ext cx="609600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76" name="C-feasible-edge-9-head">
            <a:extLst xmlns:a="http://schemas.openxmlformats.org/drawingml/2006/main">
              <a:ext uri="{FF2B5EF4-FFF2-40B4-BE49-F238E27FC236}">
                <a16:creationId xmlns:a16="http://schemas.microsoft.com/office/drawing/2014/main" id="{4460168A-BE90-4CCE-A5C2-EED49E42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72874">
            <a:off x="1395413" y="58531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77" name="C-feasible-edge-10-line">
            <a:extLst xmlns:a="http://schemas.openxmlformats.org/drawingml/2006/main">
              <a:ext uri="{FF2B5EF4-FFF2-40B4-BE49-F238E27FC236}">
                <a16:creationId xmlns:a16="http://schemas.microsoft.com/office/drawing/2014/main" id="{B46B8D1F-896E-45C4-959F-B3EDCCF3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38275" y="5410200"/>
            <a:ext cx="1495425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78" name="C-feasible-edge-10-head">
            <a:extLst xmlns:a="http://schemas.openxmlformats.org/drawingml/2006/main">
              <a:ext uri="{FF2B5EF4-FFF2-40B4-BE49-F238E27FC236}">
                <a16:creationId xmlns:a16="http://schemas.microsoft.com/office/drawing/2014/main" id="{66C01B85-EFB2-458E-993C-FDC22DFC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20245">
            <a:off x="2890838" y="53673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79" name="C-rejected-edge-1">
            <a:extLst xmlns:a="http://schemas.openxmlformats.org/drawingml/2006/main">
              <a:ext uri="{FF2B5EF4-FFF2-40B4-BE49-F238E27FC236}">
                <a16:creationId xmlns:a16="http://schemas.microsoft.com/office/drawing/2014/main" id="{C753E819-3067-4419-BCD8-88F7777D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33700" y="5410200"/>
            <a:ext cx="1447800" cy="272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3A34"/>
            </a:solidFill>
            <a:prstDash val="dash"/>
          </a:ln>
        </p:spPr>
      </p:sp>
      <p:sp>
        <p:nvSpPr>
          <p:cNvPr id="280" name="C-rejected-edge-2">
            <a:extLst xmlns:a="http://schemas.openxmlformats.org/drawingml/2006/main">
              <a:ext uri="{FF2B5EF4-FFF2-40B4-BE49-F238E27FC236}">
                <a16:creationId xmlns:a16="http://schemas.microsoft.com/office/drawing/2014/main" id="{C652430F-508C-44B2-9AB2-46385BB0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143125" y="6219825"/>
            <a:ext cx="2562225" cy="2266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3A34"/>
            </a:solidFill>
            <a:prstDash val="dash"/>
          </a:ln>
        </p:spPr>
      </p:sp>
      <p:sp>
        <p:nvSpPr>
          <p:cNvPr id="281" name="C-rejected-edge-3">
            <a:extLst xmlns:a="http://schemas.openxmlformats.org/drawingml/2006/main">
              <a:ext uri="{FF2B5EF4-FFF2-40B4-BE49-F238E27FC236}">
                <a16:creationId xmlns:a16="http://schemas.microsoft.com/office/drawing/2014/main" id="{7B3796BC-6242-464C-A629-F892003A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90625" y="5676900"/>
            <a:ext cx="2828925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3A34"/>
            </a:solidFill>
            <a:prstDash val="dash"/>
          </a:ln>
        </p:spPr>
      </p:sp>
      <p:sp>
        <p:nvSpPr>
          <p:cNvPr id="282" name="C-iss-left-outer">
            <a:extLst xmlns:a="http://schemas.openxmlformats.org/drawingml/2006/main">
              <a:ext uri="{FF2B5EF4-FFF2-40B4-BE49-F238E27FC236}">
                <a16:creationId xmlns:a16="http://schemas.microsoft.com/office/drawing/2014/main" id="{96395EB8-6A69-49F2-9C26-FD7C07CC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1952625" y="6671310"/>
            <a:ext cx="440055" cy="3651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65000"/>
            </a:srgbClr>
          </a:solidFill>
          <a:ln xmlns:a="http://schemas.openxmlformats.org/drawingml/2006/main" w="9525">
            <a:solidFill>
              <a:srgbClr val="26384F">
                <a:alpha val="65000"/>
              </a:srgbClr>
            </a:solidFill>
            <a:prstDash val="solid"/>
          </a:ln>
        </p:spPr>
      </p:sp>
      <p:sp>
        <p:nvSpPr>
          <p:cNvPr id="283" name="C-iss-left-outer-grid">
            <a:extLst xmlns:a="http://schemas.openxmlformats.org/drawingml/2006/main">
              <a:ext uri="{FF2B5EF4-FFF2-40B4-BE49-F238E27FC236}">
                <a16:creationId xmlns:a16="http://schemas.microsoft.com/office/drawing/2014/main" id="{3602DCE5-D8B6-46AC-9FE3-872A78F3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52625" y="6853904"/>
            <a:ext cx="44005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284" name="C-iss-left-inner">
            <a:extLst xmlns:a="http://schemas.openxmlformats.org/drawingml/2006/main">
              <a:ext uri="{FF2B5EF4-FFF2-40B4-BE49-F238E27FC236}">
                <a16:creationId xmlns:a16="http://schemas.microsoft.com/office/drawing/2014/main" id="{1E80F62E-52EF-47C3-8668-A64F7DEA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2466023" y="6671310"/>
            <a:ext cx="440055" cy="3651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65000"/>
            </a:srgbClr>
          </a:solidFill>
          <a:ln xmlns:a="http://schemas.openxmlformats.org/drawingml/2006/main" w="9525">
            <a:solidFill>
              <a:srgbClr val="26384F">
                <a:alpha val="65000"/>
              </a:srgbClr>
            </a:solidFill>
            <a:prstDash val="solid"/>
          </a:ln>
        </p:spPr>
      </p:sp>
      <p:sp>
        <p:nvSpPr>
          <p:cNvPr id="285" name="C-iss-left-inner-grid">
            <a:extLst xmlns:a="http://schemas.openxmlformats.org/drawingml/2006/main">
              <a:ext uri="{FF2B5EF4-FFF2-40B4-BE49-F238E27FC236}">
                <a16:creationId xmlns:a16="http://schemas.microsoft.com/office/drawing/2014/main" id="{6C2E0B45-C716-44F6-9329-FF711A1B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66023" y="6853904"/>
            <a:ext cx="44005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286" name="C-iss-right-inner">
            <a:extLst xmlns:a="http://schemas.openxmlformats.org/drawingml/2006/main">
              <a:ext uri="{FF2B5EF4-FFF2-40B4-BE49-F238E27FC236}">
                <a16:creationId xmlns:a16="http://schemas.microsoft.com/office/drawing/2014/main" id="{64B3958E-7225-48DD-ABC5-B64412C1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3094673" y="6671310"/>
            <a:ext cx="440055" cy="3651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65000"/>
            </a:srgbClr>
          </a:solidFill>
          <a:ln xmlns:a="http://schemas.openxmlformats.org/drawingml/2006/main" w="9525">
            <a:solidFill>
              <a:srgbClr val="26384F">
                <a:alpha val="65000"/>
              </a:srgbClr>
            </a:solidFill>
            <a:prstDash val="solid"/>
          </a:ln>
        </p:spPr>
      </p:sp>
      <p:sp>
        <p:nvSpPr>
          <p:cNvPr id="287" name="C-iss-right-inner-grid">
            <a:extLst xmlns:a="http://schemas.openxmlformats.org/drawingml/2006/main">
              <a:ext uri="{FF2B5EF4-FFF2-40B4-BE49-F238E27FC236}">
                <a16:creationId xmlns:a16="http://schemas.microsoft.com/office/drawing/2014/main" id="{AA3AAEDA-641E-4D89-9639-57C5605D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94673" y="6853904"/>
            <a:ext cx="44005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288" name="C-iss-right-outer">
            <a:extLst xmlns:a="http://schemas.openxmlformats.org/drawingml/2006/main">
              <a:ext uri="{FF2B5EF4-FFF2-40B4-BE49-F238E27FC236}">
                <a16:creationId xmlns:a16="http://schemas.microsoft.com/office/drawing/2014/main" id="{53BD45D4-76FD-44B1-8318-5BDFD793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3608070" y="6671310"/>
            <a:ext cx="440055" cy="3651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65000"/>
            </a:srgbClr>
          </a:solidFill>
          <a:ln xmlns:a="http://schemas.openxmlformats.org/drawingml/2006/main" w="9525">
            <a:solidFill>
              <a:srgbClr val="26384F">
                <a:alpha val="65000"/>
              </a:srgbClr>
            </a:solidFill>
            <a:prstDash val="solid"/>
          </a:ln>
        </p:spPr>
      </p:sp>
      <p:sp>
        <p:nvSpPr>
          <p:cNvPr id="289" name="C-iss-right-outer-grid">
            <a:extLst xmlns:a="http://schemas.openxmlformats.org/drawingml/2006/main">
              <a:ext uri="{FF2B5EF4-FFF2-40B4-BE49-F238E27FC236}">
                <a16:creationId xmlns:a16="http://schemas.microsoft.com/office/drawing/2014/main" id="{7AA092A7-ADE1-499F-B438-D6B1FD9C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8070" y="6853904"/>
            <a:ext cx="44005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290" name="C-iss-truss">
            <a:extLst xmlns:a="http://schemas.openxmlformats.org/drawingml/2006/main">
              <a:ext uri="{FF2B5EF4-FFF2-40B4-BE49-F238E27FC236}">
                <a16:creationId xmlns:a16="http://schemas.microsoft.com/office/drawing/2014/main" id="{6AEEF19F-5122-4096-8BD2-FC0DC578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995" y="7036499"/>
            <a:ext cx="1508760" cy="1014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2">
              <a:alpha val="65000"/>
            </a:srgbClr>
          </a:solidFill>
          <a:ln xmlns:a="http://schemas.openxmlformats.org/drawingml/2006/main" w="10478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1" name="C-iss-truss-0">
            <a:extLst xmlns:a="http://schemas.openxmlformats.org/drawingml/2006/main">
              <a:ext uri="{FF2B5EF4-FFF2-40B4-BE49-F238E27FC236}">
                <a16:creationId xmlns:a16="http://schemas.microsoft.com/office/drawing/2014/main" id="{7F275E84-ECF0-448D-85F5-08B2CE88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7905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2" name="C-iss-truss-1">
            <a:extLst xmlns:a="http://schemas.openxmlformats.org/drawingml/2006/main">
              <a:ext uri="{FF2B5EF4-FFF2-40B4-BE49-F238E27FC236}">
                <a16:creationId xmlns:a16="http://schemas.microsoft.com/office/drawing/2014/main" id="{C7B8EF11-830B-4A9A-A039-74C61AAB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49259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3" name="C-iss-truss-2">
            <a:extLst xmlns:a="http://schemas.openxmlformats.org/drawingml/2006/main">
              <a:ext uri="{FF2B5EF4-FFF2-40B4-BE49-F238E27FC236}">
                <a16:creationId xmlns:a16="http://schemas.microsoft.com/office/drawing/2014/main" id="{DC44146C-3EF5-4697-A899-BC9F8211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10612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4" name="C-iss-truss-3">
            <a:extLst xmlns:a="http://schemas.openxmlformats.org/drawingml/2006/main">
              <a:ext uri="{FF2B5EF4-FFF2-40B4-BE49-F238E27FC236}">
                <a16:creationId xmlns:a16="http://schemas.microsoft.com/office/drawing/2014/main" id="{7B902C68-477B-4B28-8A3C-EECB47B1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71966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5" name="C-iss-truss-4">
            <a:extLst xmlns:a="http://schemas.openxmlformats.org/drawingml/2006/main">
              <a:ext uri="{FF2B5EF4-FFF2-40B4-BE49-F238E27FC236}">
                <a16:creationId xmlns:a16="http://schemas.microsoft.com/office/drawing/2014/main" id="{91343646-6547-4585-A69E-B9765035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33319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6" name="C-iss-truss-5">
            <a:extLst xmlns:a="http://schemas.openxmlformats.org/drawingml/2006/main">
              <a:ext uri="{FF2B5EF4-FFF2-40B4-BE49-F238E27FC236}">
                <a16:creationId xmlns:a16="http://schemas.microsoft.com/office/drawing/2014/main" id="{F2A53DD5-5C07-404E-B378-5A15304F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94673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7" name="C-iss-truss-6">
            <a:extLst xmlns:a="http://schemas.openxmlformats.org/drawingml/2006/main">
              <a:ext uri="{FF2B5EF4-FFF2-40B4-BE49-F238E27FC236}">
                <a16:creationId xmlns:a16="http://schemas.microsoft.com/office/drawing/2014/main" id="{5DF8D33F-CB4A-4A63-80F3-1F58FF99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6026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8" name="C-iss-truss-7">
            <a:extLst xmlns:a="http://schemas.openxmlformats.org/drawingml/2006/main">
              <a:ext uri="{FF2B5EF4-FFF2-40B4-BE49-F238E27FC236}">
                <a16:creationId xmlns:a16="http://schemas.microsoft.com/office/drawing/2014/main" id="{B4011260-B72A-4FAE-B6EB-E9C35099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17379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9" name="C-iss-truss-8">
            <a:extLst xmlns:a="http://schemas.openxmlformats.org/drawingml/2006/main">
              <a:ext uri="{FF2B5EF4-FFF2-40B4-BE49-F238E27FC236}">
                <a16:creationId xmlns:a16="http://schemas.microsoft.com/office/drawing/2014/main" id="{2CE796F9-ADCD-419E-A895-BAABC0C5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78733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300" name="C-iss-spine">
            <a:extLst xmlns:a="http://schemas.openxmlformats.org/drawingml/2006/main">
              <a:ext uri="{FF2B5EF4-FFF2-40B4-BE49-F238E27FC236}">
                <a16:creationId xmlns:a16="http://schemas.microsoft.com/office/drawing/2014/main" id="{89252D64-C0A5-4302-8BD3-84777EA8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078" y="6427851"/>
            <a:ext cx="188595" cy="1257872"/>
          </a:xfrm>
          <a:prstGeom xmlns:a="http://schemas.openxmlformats.org/drawingml/2006/main" prst="roundRect">
            <a:avLst>
              <a:gd name="adj" fmla="val 40404"/>
            </a:avLst>
          </a:prstGeom>
          <a:solidFill xmlns:a="http://schemas.openxmlformats.org/drawingml/2006/main">
            <a:srgbClr val="C9CDD2">
              <a:alpha val="65000"/>
            </a:srgbClr>
          </a:solidFill>
          <a:ln xmlns:a="http://schemas.openxmlformats.org/drawingml/2006/main" w="11430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301" name="C-iss-lab">
            <a:extLst xmlns:a="http://schemas.openxmlformats.org/drawingml/2006/main">
              <a:ext uri="{FF2B5EF4-FFF2-40B4-BE49-F238E27FC236}">
                <a16:creationId xmlns:a16="http://schemas.microsoft.com/office/drawing/2014/main" id="{32E047E4-7D9A-4ADB-A8E9-28A0E831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005" y="6941820"/>
            <a:ext cx="586740" cy="216408"/>
          </a:xfrm>
          <a:prstGeom xmlns:a="http://schemas.openxmlformats.org/drawingml/2006/main" prst="roundRect">
            <a:avLst>
              <a:gd name="adj" fmla="val 35211"/>
            </a:avLst>
          </a:prstGeom>
          <a:solidFill xmlns:a="http://schemas.openxmlformats.org/drawingml/2006/main">
            <a:srgbClr val="C9CDD2">
              <a:alpha val="65000"/>
            </a:srgbClr>
          </a:solidFill>
          <a:ln xmlns:a="http://schemas.openxmlformats.org/drawingml/2006/main" w="10478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302" name="C-iss-node">
            <a:extLst xmlns:a="http://schemas.openxmlformats.org/drawingml/2006/main">
              <a:ext uri="{FF2B5EF4-FFF2-40B4-BE49-F238E27FC236}">
                <a16:creationId xmlns:a16="http://schemas.microsoft.com/office/drawing/2014/main" id="{2FAFFC4E-7B77-475E-91A5-19FD46B7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735" y="6806565"/>
            <a:ext cx="335280" cy="229934"/>
          </a:xfrm>
          <a:prstGeom xmlns:a="http://schemas.openxmlformats.org/drawingml/2006/main" prst="roundRect">
            <a:avLst>
              <a:gd name="adj" fmla="val 33140"/>
            </a:avLst>
          </a:prstGeom>
          <a:solidFill xmlns:a="http://schemas.openxmlformats.org/drawingml/2006/main">
            <a:srgbClr val="C9CDD2">
              <a:alpha val="65000"/>
            </a:srgbClr>
          </a:solidFill>
          <a:ln xmlns:a="http://schemas.openxmlformats.org/drawingml/2006/main" w="10478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303" name="C-iss-lower">
            <a:extLst xmlns:a="http://schemas.openxmlformats.org/drawingml/2006/main">
              <a:ext uri="{FF2B5EF4-FFF2-40B4-BE49-F238E27FC236}">
                <a16:creationId xmlns:a16="http://schemas.microsoft.com/office/drawing/2014/main" id="{74B296AA-CE2B-4CD7-97AE-5D889885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7307009"/>
            <a:ext cx="419100" cy="229934"/>
          </a:xfrm>
          <a:prstGeom xmlns:a="http://schemas.openxmlformats.org/drawingml/2006/main" prst="roundRect">
            <a:avLst>
              <a:gd name="adj" fmla="val 33140"/>
            </a:avLst>
          </a:prstGeom>
          <a:solidFill xmlns:a="http://schemas.openxmlformats.org/drawingml/2006/main">
            <a:srgbClr val="C9CDD2">
              <a:alpha val="65000"/>
            </a:srgbClr>
          </a:solidFill>
          <a:ln xmlns:a="http://schemas.openxmlformats.org/drawingml/2006/main" w="10478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304" name="C-iss-hub">
            <a:extLst xmlns:a="http://schemas.openxmlformats.org/drawingml/2006/main">
              <a:ext uri="{FF2B5EF4-FFF2-40B4-BE49-F238E27FC236}">
                <a16:creationId xmlns:a16="http://schemas.microsoft.com/office/drawing/2014/main" id="{D90EA72B-3D6F-4351-AC9B-CDC89EEE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123" y="6948583"/>
            <a:ext cx="230505" cy="243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5E8">
              <a:alpha val="55000"/>
            </a:srgbClr>
          </a:solidFill>
          <a:ln xmlns:a="http://schemas.openxmlformats.org/drawingml/2006/main" w="10478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305" name="C-sooa-node-1">
            <a:extLst xmlns:a="http://schemas.openxmlformats.org/drawingml/2006/main">
              <a:ext uri="{FF2B5EF4-FFF2-40B4-BE49-F238E27FC236}">
                <a16:creationId xmlns:a16="http://schemas.microsoft.com/office/drawing/2014/main" id="{5783262E-2C87-43F1-B0F6-B6E673BE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38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06" name="C-sooa-node-1-coverage">
            <a:extLst xmlns:a="http://schemas.openxmlformats.org/drawingml/2006/main">
              <a:ext uri="{FF2B5EF4-FFF2-40B4-BE49-F238E27FC236}">
                <a16:creationId xmlns:a16="http://schemas.microsoft.com/office/drawing/2014/main" id="{6514C99C-6A0C-4228-9052-933F6D65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1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07" name="C-sooa-node-1-arc-line">
            <a:extLst xmlns:a="http://schemas.openxmlformats.org/drawingml/2006/main">
              <a:ext uri="{FF2B5EF4-FFF2-40B4-BE49-F238E27FC236}">
                <a16:creationId xmlns:a16="http://schemas.microsoft.com/office/drawing/2014/main" id="{4FF791CE-8E8E-43BF-9400-1EB4CC1D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914650" y="534352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08" name="C-sooa-node-1-arc-head">
            <a:extLst xmlns:a="http://schemas.openxmlformats.org/drawingml/2006/main">
              <a:ext uri="{FF2B5EF4-FFF2-40B4-BE49-F238E27FC236}">
                <a16:creationId xmlns:a16="http://schemas.microsoft.com/office/drawing/2014/main" id="{9624757D-EF41-44CD-9489-C2B8764F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3019425" y="531495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09" name="C-sooa-label-1">
            <a:extLst xmlns:a="http://schemas.openxmlformats.org/drawingml/2006/main">
              <a:ext uri="{FF2B5EF4-FFF2-40B4-BE49-F238E27FC236}">
                <a16:creationId xmlns:a16="http://schemas.microsoft.com/office/drawing/2014/main" id="{0736BDCA-B839-43D4-A5E1-28DE1CD9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86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₁</a:t>
            </a:r>
          </a:p>
        </p:txBody>
      </p:sp>
      <p:sp>
        <p:nvSpPr>
          <p:cNvPr id="310" name="C-sooa-node-2">
            <a:extLst xmlns:a="http://schemas.openxmlformats.org/drawingml/2006/main">
              <a:ext uri="{FF2B5EF4-FFF2-40B4-BE49-F238E27FC236}">
                <a16:creationId xmlns:a16="http://schemas.microsoft.com/office/drawing/2014/main" id="{C26DEBF0-E209-40E9-9DE8-9B759F5C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05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11" name="C-sooa-node-2-coverage">
            <a:extLst xmlns:a="http://schemas.openxmlformats.org/drawingml/2006/main">
              <a:ext uri="{FF2B5EF4-FFF2-40B4-BE49-F238E27FC236}">
                <a16:creationId xmlns:a16="http://schemas.microsoft.com/office/drawing/2014/main" id="{56874763-624A-44E2-ACF3-42797382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62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12" name="C-sooa-node-2-arc-line">
            <a:extLst xmlns:a="http://schemas.openxmlformats.org/drawingml/2006/main">
              <a:ext uri="{FF2B5EF4-FFF2-40B4-BE49-F238E27FC236}">
                <a16:creationId xmlns:a16="http://schemas.microsoft.com/office/drawing/2014/main" id="{AE94AD7A-6B0D-4AE6-A05E-B72C052C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00500" y="561022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13" name="C-sooa-node-2-arc-head">
            <a:extLst xmlns:a="http://schemas.openxmlformats.org/drawingml/2006/main">
              <a:ext uri="{FF2B5EF4-FFF2-40B4-BE49-F238E27FC236}">
                <a16:creationId xmlns:a16="http://schemas.microsoft.com/office/drawing/2014/main" id="{9DC38E27-5509-459E-99D8-D9D517D4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4105275" y="558165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14" name="C-sooa-label-2">
            <a:extLst xmlns:a="http://schemas.openxmlformats.org/drawingml/2006/main">
              <a:ext uri="{FF2B5EF4-FFF2-40B4-BE49-F238E27FC236}">
                <a16:creationId xmlns:a16="http://schemas.microsoft.com/office/drawing/2014/main" id="{A08F5677-C6A7-4DFF-8188-708B2091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154" y="533115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₂</a:t>
            </a:r>
          </a:p>
        </p:txBody>
      </p:sp>
      <p:sp>
        <p:nvSpPr>
          <p:cNvPr id="315" name="C-sooa-node-3">
            <a:extLst xmlns:a="http://schemas.openxmlformats.org/drawingml/2006/main">
              <a:ext uri="{FF2B5EF4-FFF2-40B4-BE49-F238E27FC236}">
                <a16:creationId xmlns:a16="http://schemas.microsoft.com/office/drawing/2014/main" id="{AF2C6244-EDC1-483A-8B85-12FADADA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0483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16" name="C-sooa-node-3-coverage">
            <a:extLst xmlns:a="http://schemas.openxmlformats.org/drawingml/2006/main">
              <a:ext uri="{FF2B5EF4-FFF2-40B4-BE49-F238E27FC236}">
                <a16:creationId xmlns:a16="http://schemas.microsoft.com/office/drawing/2014/main" id="{2E298505-CE24-4C70-9101-81826297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105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17" name="C-sooa-node-3-arc-line">
            <a:extLst xmlns:a="http://schemas.openxmlformats.org/drawingml/2006/main">
              <a:ext uri="{FF2B5EF4-FFF2-40B4-BE49-F238E27FC236}">
                <a16:creationId xmlns:a16="http://schemas.microsoft.com/office/drawing/2014/main" id="{294719B6-F17B-49F4-99F3-429F5370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686300" y="6153150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18" name="C-sooa-node-3-arc-head">
            <a:extLst xmlns:a="http://schemas.openxmlformats.org/drawingml/2006/main">
              <a:ext uri="{FF2B5EF4-FFF2-40B4-BE49-F238E27FC236}">
                <a16:creationId xmlns:a16="http://schemas.microsoft.com/office/drawing/2014/main" id="{F7085CAD-08C3-4C9A-882F-B1F6A2EC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4791075" y="6124575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19" name="C-sooa-label-3">
            <a:extLst xmlns:a="http://schemas.openxmlformats.org/drawingml/2006/main">
              <a:ext uri="{FF2B5EF4-FFF2-40B4-BE49-F238E27FC236}">
                <a16:creationId xmlns:a16="http://schemas.microsoft.com/office/drawing/2014/main" id="{832FEEC4-38E2-405B-B4A0-45E5F459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152" y="5981041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₃</a:t>
            </a:r>
          </a:p>
        </p:txBody>
      </p:sp>
      <p:sp>
        <p:nvSpPr>
          <p:cNvPr id="320" name="C-sooa-node-4">
            <a:extLst xmlns:a="http://schemas.openxmlformats.org/drawingml/2006/main">
              <a:ext uri="{FF2B5EF4-FFF2-40B4-BE49-F238E27FC236}">
                <a16:creationId xmlns:a16="http://schemas.microsoft.com/office/drawing/2014/main" id="{D2F89F44-DE4C-40D2-9D3E-AA1706AE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95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21" name="C-sooa-node-4-coverage">
            <a:extLst xmlns:a="http://schemas.openxmlformats.org/drawingml/2006/main">
              <a:ext uri="{FF2B5EF4-FFF2-40B4-BE49-F238E27FC236}">
                <a16:creationId xmlns:a16="http://schemas.microsoft.com/office/drawing/2014/main" id="{C3C726B3-2D18-4541-BAC1-A879C33D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01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1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22" name="C-sooa-node-4-arc-line">
            <a:extLst xmlns:a="http://schemas.openxmlformats.org/drawingml/2006/main">
              <a:ext uri="{FF2B5EF4-FFF2-40B4-BE49-F238E27FC236}">
                <a16:creationId xmlns:a16="http://schemas.microsoft.com/office/drawing/2014/main" id="{00D7610B-6FE7-466A-B311-7D88AA29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857750" y="705802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23" name="C-sooa-node-4-arc-head">
            <a:extLst xmlns:a="http://schemas.openxmlformats.org/drawingml/2006/main">
              <a:ext uri="{FF2B5EF4-FFF2-40B4-BE49-F238E27FC236}">
                <a16:creationId xmlns:a16="http://schemas.microsoft.com/office/drawing/2014/main" id="{CC5F719E-E9F5-42BF-AC85-D4871523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4962525" y="702945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24" name="C-sooa-label-4">
            <a:extLst xmlns:a="http://schemas.openxmlformats.org/drawingml/2006/main">
              <a:ext uri="{FF2B5EF4-FFF2-40B4-BE49-F238E27FC236}">
                <a16:creationId xmlns:a16="http://schemas.microsoft.com/office/drawing/2014/main" id="{83A941B2-3C67-4AFE-A530-A3BC13CD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346" y="7018948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₄</a:t>
            </a:r>
          </a:p>
        </p:txBody>
      </p:sp>
      <p:sp>
        <p:nvSpPr>
          <p:cNvPr id="325" name="C-sooa-node-5">
            <a:extLst xmlns:a="http://schemas.openxmlformats.org/drawingml/2006/main">
              <a:ext uri="{FF2B5EF4-FFF2-40B4-BE49-F238E27FC236}">
                <a16:creationId xmlns:a16="http://schemas.microsoft.com/office/drawing/2014/main" id="{1688C2F8-B172-442A-8776-23A6D7C2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26" name="C-sooa-node-5-coverage">
            <a:extLst xmlns:a="http://schemas.openxmlformats.org/drawingml/2006/main">
              <a:ext uri="{FF2B5EF4-FFF2-40B4-BE49-F238E27FC236}">
                <a16:creationId xmlns:a16="http://schemas.microsoft.com/office/drawing/2014/main" id="{7CB2B716-5A36-4992-A9F5-606D8203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02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27" name="C-sooa-node-5-arc-line">
            <a:extLst xmlns:a="http://schemas.openxmlformats.org/drawingml/2006/main">
              <a:ext uri="{FF2B5EF4-FFF2-40B4-BE49-F238E27FC236}">
                <a16:creationId xmlns:a16="http://schemas.microsoft.com/office/drawing/2014/main" id="{65475550-E8D6-4CC6-9160-CCA18720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362450" y="806767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28" name="C-sooa-node-5-arc-head">
            <a:extLst xmlns:a="http://schemas.openxmlformats.org/drawingml/2006/main">
              <a:ext uri="{FF2B5EF4-FFF2-40B4-BE49-F238E27FC236}">
                <a16:creationId xmlns:a16="http://schemas.microsoft.com/office/drawing/2014/main" id="{BDA73BFC-90D0-41F8-BC47-4D614F6F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4467225" y="803910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29" name="C-sooa-label-5">
            <a:extLst xmlns:a="http://schemas.openxmlformats.org/drawingml/2006/main">
              <a:ext uri="{FF2B5EF4-FFF2-40B4-BE49-F238E27FC236}">
                <a16:creationId xmlns:a16="http://schemas.microsoft.com/office/drawing/2014/main" id="{064EE32F-7E32-4212-88D2-C99E03F8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254" y="8186741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₅</a:t>
            </a:r>
          </a:p>
        </p:txBody>
      </p:sp>
      <p:sp>
        <p:nvSpPr>
          <p:cNvPr id="330" name="C-sooa-node-6">
            <a:extLst xmlns:a="http://schemas.openxmlformats.org/drawingml/2006/main">
              <a:ext uri="{FF2B5EF4-FFF2-40B4-BE49-F238E27FC236}">
                <a16:creationId xmlns:a16="http://schemas.microsoft.com/office/drawing/2014/main" id="{2808D76E-C112-4A7D-A1DC-B0771F2B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843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31" name="C-sooa-node-6-coverage">
            <a:extLst xmlns:a="http://schemas.openxmlformats.org/drawingml/2006/main">
              <a:ext uri="{FF2B5EF4-FFF2-40B4-BE49-F238E27FC236}">
                <a16:creationId xmlns:a16="http://schemas.microsoft.com/office/drawing/2014/main" id="{B6EA40FF-04F3-4CDD-8D2A-0BFAB752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8496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32" name="C-sooa-node-6-arc-line">
            <a:extLst xmlns:a="http://schemas.openxmlformats.org/drawingml/2006/main">
              <a:ext uri="{FF2B5EF4-FFF2-40B4-BE49-F238E27FC236}">
                <a16:creationId xmlns:a16="http://schemas.microsoft.com/office/drawing/2014/main" id="{D767FA8B-DA03-4001-8BEC-6D9166D7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14700" y="854392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33" name="C-sooa-node-6-arc-head">
            <a:extLst xmlns:a="http://schemas.openxmlformats.org/drawingml/2006/main">
              <a:ext uri="{FF2B5EF4-FFF2-40B4-BE49-F238E27FC236}">
                <a16:creationId xmlns:a16="http://schemas.microsoft.com/office/drawing/2014/main" id="{A28B352C-75BB-43F4-9190-884BAAF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3419475" y="851535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34" name="C-sooa-label-6">
            <a:extLst xmlns:a="http://schemas.openxmlformats.org/drawingml/2006/main">
              <a:ext uri="{FF2B5EF4-FFF2-40B4-BE49-F238E27FC236}">
                <a16:creationId xmlns:a16="http://schemas.microsoft.com/office/drawing/2014/main" id="{F752712F-5039-47C9-B8D3-DB20F47F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0345" y="8769918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₆</a:t>
            </a:r>
          </a:p>
        </p:txBody>
      </p:sp>
      <p:sp>
        <p:nvSpPr>
          <p:cNvPr id="335" name="C-sooa-node-7">
            <a:extLst xmlns:a="http://schemas.openxmlformats.org/drawingml/2006/main">
              <a:ext uri="{FF2B5EF4-FFF2-40B4-BE49-F238E27FC236}">
                <a16:creationId xmlns:a16="http://schemas.microsoft.com/office/drawing/2014/main" id="{3D9EA9F1-5C26-4354-B84B-ADC35E2B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83153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36" name="C-sooa-node-7-coverage">
            <a:extLst xmlns:a="http://schemas.openxmlformats.org/drawingml/2006/main">
              <a:ext uri="{FF2B5EF4-FFF2-40B4-BE49-F238E27FC236}">
                <a16:creationId xmlns:a16="http://schemas.microsoft.com/office/drawing/2014/main" id="{F7239E9E-2534-4BCA-9271-7E810619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8372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1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37" name="C-sooa-node-7-arc-line">
            <a:extLst xmlns:a="http://schemas.openxmlformats.org/drawingml/2006/main">
              <a:ext uri="{FF2B5EF4-FFF2-40B4-BE49-F238E27FC236}">
                <a16:creationId xmlns:a16="http://schemas.microsoft.com/office/drawing/2014/main" id="{EB806B95-6151-4654-9B8F-1169C6B4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124075" y="8420100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38" name="C-sooa-node-7-arc-head">
            <a:extLst xmlns:a="http://schemas.openxmlformats.org/drawingml/2006/main">
              <a:ext uri="{FF2B5EF4-FFF2-40B4-BE49-F238E27FC236}">
                <a16:creationId xmlns:a16="http://schemas.microsoft.com/office/drawing/2014/main" id="{2AAEFC41-72E6-430D-B024-B9199494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2228850" y="8391525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39" name="C-sooa-label-7">
            <a:extLst xmlns:a="http://schemas.openxmlformats.org/drawingml/2006/main">
              <a:ext uri="{FF2B5EF4-FFF2-40B4-BE49-F238E27FC236}">
                <a16:creationId xmlns:a16="http://schemas.microsoft.com/office/drawing/2014/main" id="{781EA18D-3501-4B3C-A229-A1CCF621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009" y="8629067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₇</a:t>
            </a:r>
          </a:p>
        </p:txBody>
      </p:sp>
      <p:sp>
        <p:nvSpPr>
          <p:cNvPr id="340" name="C-sooa-node-8">
            <a:extLst xmlns:a="http://schemas.openxmlformats.org/drawingml/2006/main">
              <a:ext uri="{FF2B5EF4-FFF2-40B4-BE49-F238E27FC236}">
                <a16:creationId xmlns:a16="http://schemas.microsoft.com/office/drawing/2014/main" id="{A11422BD-3FBC-4524-A2A2-537ACAAC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677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41" name="C-sooa-node-8-coverage">
            <a:extLst xmlns:a="http://schemas.openxmlformats.org/drawingml/2006/main">
              <a:ext uri="{FF2B5EF4-FFF2-40B4-BE49-F238E27FC236}">
                <a16:creationId xmlns:a16="http://schemas.microsoft.com/office/drawing/2014/main" id="{6E3EC5B6-0A6B-4702-9570-B60FE108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7734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42" name="C-sooa-node-8-arc-line">
            <a:extLst xmlns:a="http://schemas.openxmlformats.org/drawingml/2006/main">
              <a:ext uri="{FF2B5EF4-FFF2-40B4-BE49-F238E27FC236}">
                <a16:creationId xmlns:a16="http://schemas.microsoft.com/office/drawing/2014/main" id="{A728E500-785F-4761-A269-4E1E788B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71575" y="778192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43" name="C-sooa-node-8-arc-head">
            <a:extLst xmlns:a="http://schemas.openxmlformats.org/drawingml/2006/main">
              <a:ext uri="{FF2B5EF4-FFF2-40B4-BE49-F238E27FC236}">
                <a16:creationId xmlns:a16="http://schemas.microsoft.com/office/drawing/2014/main" id="{10116BAC-9B17-4DE2-AF2C-35267B40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1276350" y="775335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44" name="C-sooa-label-8">
            <a:extLst xmlns:a="http://schemas.openxmlformats.org/drawingml/2006/main">
              <a:ext uri="{FF2B5EF4-FFF2-40B4-BE49-F238E27FC236}">
                <a16:creationId xmlns:a16="http://schemas.microsoft.com/office/drawing/2014/main" id="{4C263F0C-267C-43BB-9AD6-2FCE2FC2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7" y="7858628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₈</a:t>
            </a:r>
          </a:p>
        </p:txBody>
      </p:sp>
      <p:sp>
        <p:nvSpPr>
          <p:cNvPr id="345" name="C-sooa-node-9">
            <a:extLst xmlns:a="http://schemas.openxmlformats.org/drawingml/2006/main">
              <a:ext uri="{FF2B5EF4-FFF2-40B4-BE49-F238E27FC236}">
                <a16:creationId xmlns:a16="http://schemas.microsoft.com/office/drawing/2014/main" id="{C00AF765-6ED4-4F46-B09D-4986DE1F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66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46" name="C-sooa-node-9-coverage">
            <a:extLst xmlns:a="http://schemas.openxmlformats.org/drawingml/2006/main">
              <a:ext uri="{FF2B5EF4-FFF2-40B4-BE49-F238E27FC236}">
                <a16:creationId xmlns:a16="http://schemas.microsoft.com/office/drawing/2014/main" id="{60365970-B862-4A6A-A1C1-4B578E2A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72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47" name="C-sooa-node-9-arc-line">
            <a:extLst xmlns:a="http://schemas.openxmlformats.org/drawingml/2006/main">
              <a:ext uri="{FF2B5EF4-FFF2-40B4-BE49-F238E27FC236}">
                <a16:creationId xmlns:a16="http://schemas.microsoft.com/office/drawing/2014/main" id="{FC5AA980-14C5-4D54-A7DD-F11D1C36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9625" y="677227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48" name="C-sooa-node-9-arc-head">
            <a:extLst xmlns:a="http://schemas.openxmlformats.org/drawingml/2006/main">
              <a:ext uri="{FF2B5EF4-FFF2-40B4-BE49-F238E27FC236}">
                <a16:creationId xmlns:a16="http://schemas.microsoft.com/office/drawing/2014/main" id="{16E12848-18A2-4BF4-AA0A-8E07CB84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914400" y="674370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49" name="C-sooa-label-9">
            <a:extLst xmlns:a="http://schemas.openxmlformats.org/drawingml/2006/main">
              <a:ext uri="{FF2B5EF4-FFF2-40B4-BE49-F238E27FC236}">
                <a16:creationId xmlns:a16="http://schemas.microsoft.com/office/drawing/2014/main" id="{15792695-A505-41A6-9232-BEA6F6FA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61" y="6691633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₉</a:t>
            </a:r>
          </a:p>
        </p:txBody>
      </p:sp>
      <p:sp>
        <p:nvSpPr>
          <p:cNvPr id="350" name="C-sooa-node-10">
            <a:extLst xmlns:a="http://schemas.openxmlformats.org/drawingml/2006/main">
              <a:ext uri="{FF2B5EF4-FFF2-40B4-BE49-F238E27FC236}">
                <a16:creationId xmlns:a16="http://schemas.microsoft.com/office/drawing/2014/main" id="{EDA61F14-618A-4EE5-8A28-24F9E6C4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7245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51" name="C-sooa-node-10-coverage">
            <a:extLst xmlns:a="http://schemas.openxmlformats.org/drawingml/2006/main">
              <a:ext uri="{FF2B5EF4-FFF2-40B4-BE49-F238E27FC236}">
                <a16:creationId xmlns:a16="http://schemas.microsoft.com/office/drawing/2014/main" id="{6A8635D7-AED9-4AE7-9B80-366A7D10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781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1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52" name="C-sooa-node-10-arc-line">
            <a:extLst xmlns:a="http://schemas.openxmlformats.org/drawingml/2006/main">
              <a:ext uri="{FF2B5EF4-FFF2-40B4-BE49-F238E27FC236}">
                <a16:creationId xmlns:a16="http://schemas.microsoft.com/office/drawing/2014/main" id="{A65C0A8C-A4B1-4E1E-B834-8BCCFCBB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19225" y="5829300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53" name="C-sooa-node-10-arc-head">
            <a:extLst xmlns:a="http://schemas.openxmlformats.org/drawingml/2006/main">
              <a:ext uri="{FF2B5EF4-FFF2-40B4-BE49-F238E27FC236}">
                <a16:creationId xmlns:a16="http://schemas.microsoft.com/office/drawing/2014/main" id="{FC61E0F8-6949-4757-9C09-CC6CE3A1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1524000" y="5800725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54" name="C-sooa-label-10">
            <a:extLst xmlns:a="http://schemas.openxmlformats.org/drawingml/2006/main">
              <a:ext uri="{FF2B5EF4-FFF2-40B4-BE49-F238E27FC236}">
                <a16:creationId xmlns:a16="http://schemas.microsoft.com/office/drawing/2014/main" id="{FA73E567-B52B-4D6D-A7EB-31791964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08" y="559076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₁₀</a:t>
            </a:r>
          </a:p>
        </p:txBody>
      </p:sp>
      <p:sp>
        <p:nvSpPr>
          <p:cNvPr id="355" name="C-rejected-label">
            <a:extLst xmlns:a="http://schemas.openxmlformats.org/drawingml/2006/main">
              <a:ext uri="{FF2B5EF4-FFF2-40B4-BE49-F238E27FC236}">
                <a16:creationId xmlns:a16="http://schemas.microsoft.com/office/drawing/2014/main" id="{EAFB15C3-B149-4FBF-9B81-2B2ABF4A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762000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38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D43A34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D43A34"/>
                </a:solidFill>
                <a:latin typeface="Cambria Math"/>
                <a:ea typeface="Cambria Math"/>
                <a:cs typeface="Cambria Math"/>
              </a:rPr>
              <a:t>audit fails  →  edge removed</a:t>
            </a:r>
          </a:p>
        </p:txBody>
      </p:sp>
      <p:sp>
        <p:nvSpPr>
          <p:cNvPr id="356" name="C-legend-box">
            <a:extLst xmlns:a="http://schemas.openxmlformats.org/drawingml/2006/main">
              <a:ext uri="{FF2B5EF4-FFF2-40B4-BE49-F238E27FC236}">
                <a16:creationId xmlns:a16="http://schemas.microsoft.com/office/drawing/2014/main" id="{D3F586A7-5ED1-4515-A2F3-1C657FA7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762625"/>
            <a:ext cx="1657350" cy="27241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0478">
            <a:solidFill>
              <a:srgbClr val="AAB3BF"/>
            </a:solidFill>
            <a:prstDash val="solid"/>
          </a:ln>
        </p:spPr>
      </p:sp>
      <p:sp>
        <p:nvSpPr>
          <p:cNvPr id="357" name="C-legend-node-title">
            <a:extLst xmlns:a="http://schemas.openxmlformats.org/drawingml/2006/main">
              <a:ext uri="{FF2B5EF4-FFF2-40B4-BE49-F238E27FC236}">
                <a16:creationId xmlns:a16="http://schemas.microsoft.com/office/drawing/2014/main" id="{73EF45D2-B27A-4DFB-BB0A-9EA6AF0E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905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6481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Observation node vⱼ stores</a:t>
            </a:r>
          </a:p>
        </p:txBody>
      </p:sp>
      <p:sp>
        <p:nvSpPr>
          <p:cNvPr id="358" name="C-legend-node-fields">
            <a:extLst xmlns:a="http://schemas.openxmlformats.org/drawingml/2006/main">
              <a:ext uri="{FF2B5EF4-FFF2-40B4-BE49-F238E27FC236}">
                <a16:creationId xmlns:a16="http://schemas.microsoft.com/office/drawing/2014/main" id="{5772C17B-B0D5-4220-BA3C-806F1F5F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238875"/>
            <a:ext cx="140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terminal pose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r̄ⱼ, q̄ⱼ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visible mask  Gⱼ</a:t>
            </a:r>
          </a:p>
        </p:txBody>
      </p:sp>
      <p:sp>
        <p:nvSpPr>
          <p:cNvPr id="359" name="C-legend-rule">
            <a:extLst xmlns:a="http://schemas.openxmlformats.org/drawingml/2006/main">
              <a:ext uri="{FF2B5EF4-FFF2-40B4-BE49-F238E27FC236}">
                <a16:creationId xmlns:a16="http://schemas.microsoft.com/office/drawing/2014/main" id="{36EF1D14-D81A-4C76-AA87-A5955BF9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7381875"/>
            <a:ext cx="1428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3BF"/>
            </a:solidFill>
            <a:prstDash val="solid"/>
          </a:ln>
        </p:spPr>
      </p:sp>
      <p:sp>
        <p:nvSpPr>
          <p:cNvPr id="360" name="C-legend-edge-fields">
            <a:extLst xmlns:a="http://schemas.openxmlformats.org/drawingml/2006/main">
              <a:ext uri="{FF2B5EF4-FFF2-40B4-BE49-F238E27FC236}">
                <a16:creationId xmlns:a16="http://schemas.microsoft.com/office/drawing/2014/main" id="{C1C19FA5-1F6F-4F7B-A9C7-D9D69A5C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7458075"/>
            <a:ext cx="14097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7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SOOA edge aᵢⱼ stores: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trajectory + controls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cost + sampled audits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(input, speed, clearance,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terminal, passive drift)</a:t>
            </a:r>
          </a:p>
        </p:txBody>
      </p:sp>
      <p:sp>
        <p:nvSpPr>
          <p:cNvPr id="361" name="panel-D-letter">
            <a:extLst xmlns:a="http://schemas.openxmlformats.org/drawingml/2006/main">
              <a:ext uri="{FF2B5EF4-FFF2-40B4-BE49-F238E27FC236}">
                <a16:creationId xmlns:a16="http://schemas.microsoft.com/office/drawing/2014/main" id="{8215D2C8-082E-45B7-BBC5-F580A14E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387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62" name="panel-D-title">
            <a:extLst xmlns:a="http://schemas.openxmlformats.org/drawingml/2006/main">
              <a:ext uri="{FF2B5EF4-FFF2-40B4-BE49-F238E27FC236}">
                <a16:creationId xmlns:a16="http://schemas.microsoft.com/office/drawing/2014/main" id="{EDD68B78-EDC3-439B-86D6-3452ABEB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577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Dynamics-aware planning rejects unsafe actions</a:t>
            </a:r>
          </a:p>
        </p:txBody>
      </p:sp>
      <p:sp>
        <p:nvSpPr>
          <p:cNvPr id="363" name="D-comparison-divider">
            <a:extLst xmlns:a="http://schemas.openxmlformats.org/drawingml/2006/main">
              <a:ext uri="{FF2B5EF4-FFF2-40B4-BE49-F238E27FC236}">
                <a16:creationId xmlns:a16="http://schemas.microsoft.com/office/drawing/2014/main" id="{2FD11C6F-575E-4B4E-95EB-489FF4DC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0" y="5219700"/>
            <a:ext cx="9525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AB3BF"/>
            </a:solidFill>
            <a:prstDash val="dash"/>
          </a:ln>
        </p:spPr>
      </p:sp>
      <p:sp>
        <p:nvSpPr>
          <p:cNvPr id="364" name="D-left-title">
            <a:extLst xmlns:a="http://schemas.openxmlformats.org/drawingml/2006/main">
              <a:ext uri="{FF2B5EF4-FFF2-40B4-BE49-F238E27FC236}">
                <a16:creationId xmlns:a16="http://schemas.microsoft.com/office/drawing/2014/main" id="{ED30031A-96E1-456A-99AC-29508CA9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19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Geometry-only ordering</a:t>
            </a:r>
          </a:p>
        </p:txBody>
      </p:sp>
      <p:sp>
        <p:nvSpPr>
          <p:cNvPr id="365" name="D-left-subtitle">
            <a:extLst xmlns:a="http://schemas.openxmlformats.org/drawingml/2006/main">
              <a:ext uri="{FF2B5EF4-FFF2-40B4-BE49-F238E27FC236}">
                <a16:creationId xmlns:a16="http://schemas.microsoft.com/office/drawing/2014/main" id="{885467C5-89EA-4263-BD54-398FE207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524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342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1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D43A34"/>
                </a:solidFill>
                <a:latin typeface="Arial"/>
                <a:ea typeface="Arial"/>
                <a:cs typeface="Arial"/>
              </a:rPr>
              <a:t>coverage-rich selection, checked afterward</a:t>
            </a:r>
          </a:p>
        </p:txBody>
      </p:sp>
      <p:sp>
        <p:nvSpPr>
          <p:cNvPr id="366" name="D-right-title">
            <a:extLst xmlns:a="http://schemas.openxmlformats.org/drawingml/2006/main">
              <a:ext uri="{FF2B5EF4-FFF2-40B4-BE49-F238E27FC236}">
                <a16:creationId xmlns:a16="http://schemas.microsoft.com/office/drawing/2014/main" id="{38B0707D-0BD9-45E9-8191-6820EEF8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21970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Dynamics-aware SOOA planning</a:t>
            </a:r>
          </a:p>
        </p:txBody>
      </p:sp>
      <p:sp>
        <p:nvSpPr>
          <p:cNvPr id="367" name="D-right-subtitle">
            <a:extLst xmlns:a="http://schemas.openxmlformats.org/drawingml/2006/main">
              <a:ext uri="{FF2B5EF4-FFF2-40B4-BE49-F238E27FC236}">
                <a16:creationId xmlns:a16="http://schemas.microsoft.com/office/drawing/2014/main" id="{E85A52CD-0583-4397-B72E-6E980237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5245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10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1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145DA0"/>
                </a:solidFill>
                <a:latin typeface="Arial"/>
                <a:ea typeface="Arial"/>
                <a:cs typeface="Arial"/>
              </a:rPr>
              <a:t>feasibility audited before an arc contributes coverage</a:t>
            </a:r>
          </a:p>
        </p:txBody>
      </p:sp>
      <p:sp>
        <p:nvSpPr>
          <p:cNvPr id="368" name="D-left-envelope-horizontal">
            <a:extLst xmlns:a="http://schemas.openxmlformats.org/drawingml/2006/main">
              <a:ext uri="{FF2B5EF4-FFF2-40B4-BE49-F238E27FC236}">
                <a16:creationId xmlns:a16="http://schemas.microsoft.com/office/drawing/2014/main" id="{91399B73-697F-4238-95FC-5598B56A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6788372"/>
            <a:ext cx="2302002" cy="391478"/>
          </a:xfrm>
          <a:prstGeom xmlns:a="http://schemas.openxmlformats.org/drawingml/2006/main" prst="roundRect">
            <a:avLst>
              <a:gd name="adj" fmla="val 19465"/>
            </a:avLst>
          </a:prstGeom>
          <a:solidFill xmlns:a="http://schemas.openxmlformats.org/drawingml/2006/main">
            <a:srgbClr val="DCEBFA">
              <a:alpha val="20000"/>
            </a:srgbClr>
          </a:solidFill>
          <a:ln xmlns:a="http://schemas.openxmlformats.org/drawingml/2006/main" w="13335">
            <a:solidFill>
              <a:srgbClr val="2878C8">
                <a:alpha val="70000"/>
              </a:srgbClr>
            </a:solidFill>
            <a:prstDash val="dash"/>
          </a:ln>
        </p:spPr>
      </p:sp>
      <p:sp>
        <p:nvSpPr>
          <p:cNvPr id="369" name="D-left-envelope-vertical">
            <a:extLst xmlns:a="http://schemas.openxmlformats.org/drawingml/2006/main">
              <a:ext uri="{FF2B5EF4-FFF2-40B4-BE49-F238E27FC236}">
                <a16:creationId xmlns:a16="http://schemas.microsoft.com/office/drawing/2014/main" id="{56FF80E9-A692-460C-A9B2-BE729FBD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753" y="6253353"/>
            <a:ext cx="694944" cy="1409319"/>
          </a:xfrm>
          <a:prstGeom xmlns:a="http://schemas.openxmlformats.org/drawingml/2006/main" prst="roundRect">
            <a:avLst>
              <a:gd name="adj" fmla="val 10965"/>
            </a:avLst>
          </a:prstGeom>
          <a:solidFill xmlns:a="http://schemas.openxmlformats.org/drawingml/2006/main">
            <a:srgbClr val="DCEBFA">
              <a:alpha val="16000"/>
            </a:srgbClr>
          </a:solidFill>
          <a:ln xmlns:a="http://schemas.openxmlformats.org/drawingml/2006/main" w="13335">
            <a:solidFill>
              <a:srgbClr val="2878C8">
                <a:alpha val="70000"/>
              </a:srgbClr>
            </a:solidFill>
            <a:prstDash val="dash"/>
          </a:ln>
        </p:spPr>
      </p:sp>
      <p:sp>
        <p:nvSpPr>
          <p:cNvPr id="370" name="D-left-iss-left-outer">
            <a:extLst xmlns:a="http://schemas.openxmlformats.org/drawingml/2006/main">
              <a:ext uri="{FF2B5EF4-FFF2-40B4-BE49-F238E27FC236}">
                <a16:creationId xmlns:a16="http://schemas.microsoft.com/office/drawing/2014/main" id="{252864AE-4FD5-4382-A428-89495DB5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7734300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371" name="D-left-iss-left-outer-grid">
            <a:extLst xmlns:a="http://schemas.openxmlformats.org/drawingml/2006/main">
              <a:ext uri="{FF2B5EF4-FFF2-40B4-BE49-F238E27FC236}">
                <a16:creationId xmlns:a16="http://schemas.microsoft.com/office/drawing/2014/main" id="{CEA51EEB-56C0-4102-88BD-FCB2C21C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34300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372" name="D-left-iss-left-inner">
            <a:extLst xmlns:a="http://schemas.openxmlformats.org/drawingml/2006/main">
              <a:ext uri="{FF2B5EF4-FFF2-40B4-BE49-F238E27FC236}">
                <a16:creationId xmlns:a16="http://schemas.microsoft.com/office/drawing/2014/main" id="{66C68822-660D-452C-AF80-E76DC019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8187023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373" name="D-left-iss-left-inner-grid">
            <a:extLst xmlns:a="http://schemas.openxmlformats.org/drawingml/2006/main">
              <a:ext uri="{FF2B5EF4-FFF2-40B4-BE49-F238E27FC236}">
                <a16:creationId xmlns:a16="http://schemas.microsoft.com/office/drawing/2014/main" id="{2958F8FA-0DAB-4856-B434-AF95A417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87023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374" name="D-left-iss-right-inner">
            <a:extLst xmlns:a="http://schemas.openxmlformats.org/drawingml/2006/main">
              <a:ext uri="{FF2B5EF4-FFF2-40B4-BE49-F238E27FC236}">
                <a16:creationId xmlns:a16="http://schemas.microsoft.com/office/drawing/2014/main" id="{09AF10F6-A3AF-4F9D-805B-A2764E88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8741378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375" name="D-left-iss-right-inner-grid">
            <a:extLst xmlns:a="http://schemas.openxmlformats.org/drawingml/2006/main">
              <a:ext uri="{FF2B5EF4-FFF2-40B4-BE49-F238E27FC236}">
                <a16:creationId xmlns:a16="http://schemas.microsoft.com/office/drawing/2014/main" id="{14FAD125-F40C-435D-A163-889CD2B0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41378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376" name="D-left-iss-right-outer">
            <a:extLst xmlns:a="http://schemas.openxmlformats.org/drawingml/2006/main">
              <a:ext uri="{FF2B5EF4-FFF2-40B4-BE49-F238E27FC236}">
                <a16:creationId xmlns:a16="http://schemas.microsoft.com/office/drawing/2014/main" id="{F2DA0A95-9558-4749-B120-8D4FED07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9194102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377" name="D-left-iss-right-outer-grid">
            <a:extLst xmlns:a="http://schemas.openxmlformats.org/drawingml/2006/main">
              <a:ext uri="{FF2B5EF4-FFF2-40B4-BE49-F238E27FC236}">
                <a16:creationId xmlns:a16="http://schemas.microsoft.com/office/drawing/2014/main" id="{F03DEC26-C28D-43C1-B1AF-7BAB0B0B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94102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378" name="D-left-iss-truss">
            <a:extLst xmlns:a="http://schemas.openxmlformats.org/drawingml/2006/main">
              <a:ext uri="{FF2B5EF4-FFF2-40B4-BE49-F238E27FC236}">
                <a16:creationId xmlns:a16="http://schemas.microsoft.com/office/drawing/2014/main" id="{8A977DBD-037C-4B5A-A40E-D324ADA1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999" y="6949250"/>
            <a:ext cx="1330452" cy="81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79" name="D-left-iss-truss-0">
            <a:extLst xmlns:a="http://schemas.openxmlformats.org/drawingml/2006/main">
              <a:ext uri="{FF2B5EF4-FFF2-40B4-BE49-F238E27FC236}">
                <a16:creationId xmlns:a16="http://schemas.microsoft.com/office/drawing/2014/main" id="{C9378206-C179-48AB-ACA8-73C9963F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29956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0" name="D-left-iss-truss-1">
            <a:extLst xmlns:a="http://schemas.openxmlformats.org/drawingml/2006/main">
              <a:ext uri="{FF2B5EF4-FFF2-40B4-BE49-F238E27FC236}">
                <a16:creationId xmlns:a16="http://schemas.microsoft.com/office/drawing/2014/main" id="{C62F9551-D0D1-4B50-BEE4-359F6077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72240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1" name="D-left-iss-truss-2">
            <a:extLst xmlns:a="http://schemas.openxmlformats.org/drawingml/2006/main">
              <a:ext uri="{FF2B5EF4-FFF2-40B4-BE49-F238E27FC236}">
                <a16:creationId xmlns:a16="http://schemas.microsoft.com/office/drawing/2014/main" id="{815566E4-0B81-4BC9-AA95-19FF096B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14525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2" name="D-left-iss-truss-3">
            <a:extLst xmlns:a="http://schemas.openxmlformats.org/drawingml/2006/main">
              <a:ext uri="{FF2B5EF4-FFF2-40B4-BE49-F238E27FC236}">
                <a16:creationId xmlns:a16="http://schemas.microsoft.com/office/drawing/2014/main" id="{286A76E8-EE11-4351-853F-E5F2FB7A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56809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3" name="D-left-iss-truss-4">
            <a:extLst xmlns:a="http://schemas.openxmlformats.org/drawingml/2006/main">
              <a:ext uri="{FF2B5EF4-FFF2-40B4-BE49-F238E27FC236}">
                <a16:creationId xmlns:a16="http://schemas.microsoft.com/office/drawing/2014/main" id="{53401313-884D-400B-AA23-D83C41C4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99094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4" name="D-left-iss-truss-5">
            <a:extLst xmlns:a="http://schemas.openxmlformats.org/drawingml/2006/main">
              <a:ext uri="{FF2B5EF4-FFF2-40B4-BE49-F238E27FC236}">
                <a16:creationId xmlns:a16="http://schemas.microsoft.com/office/drawing/2014/main" id="{5B460955-28C6-4AC7-BDA6-DC88DBE8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41378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5" name="D-left-iss-truss-6">
            <a:extLst xmlns:a="http://schemas.openxmlformats.org/drawingml/2006/main">
              <a:ext uri="{FF2B5EF4-FFF2-40B4-BE49-F238E27FC236}">
                <a16:creationId xmlns:a16="http://schemas.microsoft.com/office/drawing/2014/main" id="{793F811E-C3F0-47F1-AC05-6893DC48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83663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6" name="D-left-iss-truss-7">
            <a:extLst xmlns:a="http://schemas.openxmlformats.org/drawingml/2006/main">
              <a:ext uri="{FF2B5EF4-FFF2-40B4-BE49-F238E27FC236}">
                <a16:creationId xmlns:a16="http://schemas.microsoft.com/office/drawing/2014/main" id="{373B5A91-BE0D-4EB7-9FD5-1E6EC808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25947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7" name="D-left-iss-truss-8">
            <a:extLst xmlns:a="http://schemas.openxmlformats.org/drawingml/2006/main">
              <a:ext uri="{FF2B5EF4-FFF2-40B4-BE49-F238E27FC236}">
                <a16:creationId xmlns:a16="http://schemas.microsoft.com/office/drawing/2014/main" id="{1118115D-0A17-4A66-92AF-A51A59EE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68232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8" name="D-left-iss-spine">
            <a:extLst xmlns:a="http://schemas.openxmlformats.org/drawingml/2006/main">
              <a:ext uri="{FF2B5EF4-FFF2-40B4-BE49-F238E27FC236}">
                <a16:creationId xmlns:a16="http://schemas.microsoft.com/office/drawing/2014/main" id="{B0644D88-EC5F-4D75-84A7-B581D98C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5072" y="6460617"/>
            <a:ext cx="166307" cy="1009841"/>
          </a:xfrm>
          <a:prstGeom xmlns:a="http://schemas.openxmlformats.org/drawingml/2006/main" prst="roundRect">
            <a:avLst>
              <a:gd name="adj" fmla="val 45819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1430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9" name="D-left-iss-lab">
            <a:extLst xmlns:a="http://schemas.openxmlformats.org/drawingml/2006/main">
              <a:ext uri="{FF2B5EF4-FFF2-40B4-BE49-F238E27FC236}">
                <a16:creationId xmlns:a16="http://schemas.microsoft.com/office/drawing/2014/main" id="{D80A7D1B-5CE7-44D3-BD56-0662581E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26" y="6873240"/>
            <a:ext cx="517398" cy="173736"/>
          </a:xfrm>
          <a:prstGeom xmlns:a="http://schemas.openxmlformats.org/drawingml/2006/main" prst="roundRect">
            <a:avLst>
              <a:gd name="adj" fmla="val 43860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90" name="D-left-iss-node">
            <a:extLst xmlns:a="http://schemas.openxmlformats.org/drawingml/2006/main">
              <a:ext uri="{FF2B5EF4-FFF2-40B4-BE49-F238E27FC236}">
                <a16:creationId xmlns:a16="http://schemas.microsoft.com/office/drawing/2014/main" id="{9532B01C-C067-4A73-B0CC-B4447EEA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397" y="6764655"/>
            <a:ext cx="295656" cy="184595"/>
          </a:xfrm>
          <a:prstGeom xmlns:a="http://schemas.openxmlformats.org/drawingml/2006/main" prst="roundRect">
            <a:avLst>
              <a:gd name="adj" fmla="val 41280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91" name="D-left-iss-lower">
            <a:extLst xmlns:a="http://schemas.openxmlformats.org/drawingml/2006/main">
              <a:ext uri="{FF2B5EF4-FFF2-40B4-BE49-F238E27FC236}">
                <a16:creationId xmlns:a16="http://schemas.microsoft.com/office/drawing/2014/main" id="{02E0596C-77E2-418E-8B6F-48A6C8F4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3440" y="7166420"/>
            <a:ext cx="369570" cy="184595"/>
          </a:xfrm>
          <a:prstGeom xmlns:a="http://schemas.openxmlformats.org/drawingml/2006/main" prst="roundRect">
            <a:avLst>
              <a:gd name="adj" fmla="val 41280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92" name="D-left-iss-hub">
            <a:extLst xmlns:a="http://schemas.openxmlformats.org/drawingml/2006/main">
              <a:ext uri="{FF2B5EF4-FFF2-40B4-BE49-F238E27FC236}">
                <a16:creationId xmlns:a16="http://schemas.microsoft.com/office/drawing/2014/main" id="{CA86F366-C6E9-401E-8DF4-ECBCD036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593" y="6878669"/>
            <a:ext cx="203264" cy="195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5E8">
              <a:alpha val="55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93" name="D-left-x0-upper-boom">
            <a:extLst xmlns:a="http://schemas.openxmlformats.org/drawingml/2006/main">
              <a:ext uri="{FF2B5EF4-FFF2-40B4-BE49-F238E27FC236}">
                <a16:creationId xmlns:a16="http://schemas.microsoft.com/office/drawing/2014/main" id="{5D318DEC-F6D1-48FD-85C2-354B99C3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45450" y="8221180"/>
            <a:ext cx="20574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394" name="D-left-x0-lower-boom">
            <a:extLst xmlns:a="http://schemas.openxmlformats.org/drawingml/2006/main">
              <a:ext uri="{FF2B5EF4-FFF2-40B4-BE49-F238E27FC236}">
                <a16:creationId xmlns:a16="http://schemas.microsoft.com/office/drawing/2014/main" id="{5EDB77B8-CD9E-4A3A-98E3-209073C8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88226" y="8422424"/>
            <a:ext cx="20574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395" name="D-left-x0-upper-panel">
            <a:extLst xmlns:a="http://schemas.openxmlformats.org/drawingml/2006/main">
              <a:ext uri="{FF2B5EF4-FFF2-40B4-BE49-F238E27FC236}">
                <a16:creationId xmlns:a16="http://schemas.microsoft.com/office/drawing/2014/main" id="{B409C8B9-A892-45F3-A4A9-553A696C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361763" y="8109971"/>
            <a:ext cx="150876" cy="130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396" name="D-left-x0-upper-grid--5.5">
            <a:extLst xmlns:a="http://schemas.openxmlformats.org/drawingml/2006/main">
              <a:ext uri="{FF2B5EF4-FFF2-40B4-BE49-F238E27FC236}">
                <a16:creationId xmlns:a16="http://schemas.microsoft.com/office/drawing/2014/main" id="{2305EE4F-5CCD-4EFE-A5A5-7E55491F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397563" y="8121242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397" name="D-left-x0-upper-grid-0">
            <a:extLst xmlns:a="http://schemas.openxmlformats.org/drawingml/2006/main">
              <a:ext uri="{FF2B5EF4-FFF2-40B4-BE49-F238E27FC236}">
                <a16:creationId xmlns:a16="http://schemas.microsoft.com/office/drawing/2014/main" id="{D6F6D92E-1114-4B6C-B0C6-4B51A35F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34458" y="8113400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398" name="D-left-x0-upper-grid-5.5">
            <a:extLst xmlns:a="http://schemas.openxmlformats.org/drawingml/2006/main">
              <a:ext uri="{FF2B5EF4-FFF2-40B4-BE49-F238E27FC236}">
                <a16:creationId xmlns:a16="http://schemas.microsoft.com/office/drawing/2014/main" id="{AB00B4F4-8AD5-4AB7-B6A2-745048A7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71353" y="8105558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399" name="D-left-x0-lower-panel">
            <a:extLst xmlns:a="http://schemas.openxmlformats.org/drawingml/2006/main">
              <a:ext uri="{FF2B5EF4-FFF2-40B4-BE49-F238E27FC236}">
                <a16:creationId xmlns:a16="http://schemas.microsoft.com/office/drawing/2014/main" id="{170BECE7-EF76-4432-9986-E2BB80AB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41611" y="8485627"/>
            <a:ext cx="150876" cy="130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400" name="D-left-x0-lower-grid--5.5">
            <a:extLst xmlns:a="http://schemas.openxmlformats.org/drawingml/2006/main">
              <a:ext uri="{FF2B5EF4-FFF2-40B4-BE49-F238E27FC236}">
                <a16:creationId xmlns:a16="http://schemas.microsoft.com/office/drawing/2014/main" id="{90DCB612-8D1D-4DE5-9BE9-7B00725B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77411" y="8496898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01" name="D-left-x0-lower-grid-0">
            <a:extLst xmlns:a="http://schemas.openxmlformats.org/drawingml/2006/main">
              <a:ext uri="{FF2B5EF4-FFF2-40B4-BE49-F238E27FC236}">
                <a16:creationId xmlns:a16="http://schemas.microsoft.com/office/drawing/2014/main" id="{3B85B541-0CE8-49B6-AF03-A740B1A7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514306" y="8489056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02" name="D-left-x0-lower-grid-5.5">
            <a:extLst xmlns:a="http://schemas.openxmlformats.org/drawingml/2006/main">
              <a:ext uri="{FF2B5EF4-FFF2-40B4-BE49-F238E27FC236}">
                <a16:creationId xmlns:a16="http://schemas.microsoft.com/office/drawing/2014/main" id="{DD6F969C-75B3-46F8-A6AC-F634EAB0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551201" y="8481214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03" name="D-left-x0-body">
            <a:extLst xmlns:a="http://schemas.openxmlformats.org/drawingml/2006/main">
              <a:ext uri="{FF2B5EF4-FFF2-40B4-BE49-F238E27FC236}">
                <a16:creationId xmlns:a16="http://schemas.microsoft.com/office/drawing/2014/main" id="{4D555E7E-523C-4234-A467-6C105652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384542" y="8277225"/>
            <a:ext cx="18516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404" name="D-left-x0-body-panel">
            <a:extLst xmlns:a="http://schemas.openxmlformats.org/drawingml/2006/main">
              <a:ext uri="{FF2B5EF4-FFF2-40B4-BE49-F238E27FC236}">
                <a16:creationId xmlns:a16="http://schemas.microsoft.com/office/drawing/2014/main" id="{D8E1F880-B0A6-4D3C-9CC8-106F3A2C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19282" y="8322651"/>
            <a:ext cx="75438" cy="891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405" name="D-left-x0-camera-housing">
            <a:extLst xmlns:a="http://schemas.openxmlformats.org/drawingml/2006/main">
              <a:ext uri="{FF2B5EF4-FFF2-40B4-BE49-F238E27FC236}">
                <a16:creationId xmlns:a16="http://schemas.microsoft.com/office/drawing/2014/main" id="{35AB83A3-1C22-40F5-A4C3-C1DF87E8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550015" y="8300991"/>
            <a:ext cx="82296" cy="7543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406" name="D-left-x0-camera-aperture">
            <a:extLst xmlns:a="http://schemas.openxmlformats.org/drawingml/2006/main">
              <a:ext uri="{FF2B5EF4-FFF2-40B4-BE49-F238E27FC236}">
                <a16:creationId xmlns:a16="http://schemas.microsoft.com/office/drawing/2014/main" id="{FC5DC055-7BCD-4D3E-BC1C-E3212151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614117" y="8294439"/>
            <a:ext cx="48006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407" name="D-left-x0-camera-glass">
            <a:extLst xmlns:a="http://schemas.openxmlformats.org/drawingml/2006/main">
              <a:ext uri="{FF2B5EF4-FFF2-40B4-BE49-F238E27FC236}">
                <a16:creationId xmlns:a16="http://schemas.microsoft.com/office/drawing/2014/main" id="{1364D7A1-135B-43F7-80C4-AE922A45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634541" y="8310159"/>
            <a:ext cx="20574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408" name="D-left-x0-antenna">
            <a:extLst xmlns:a="http://schemas.openxmlformats.org/drawingml/2006/main">
              <a:ext uri="{FF2B5EF4-FFF2-40B4-BE49-F238E27FC236}">
                <a16:creationId xmlns:a16="http://schemas.microsoft.com/office/drawing/2014/main" id="{AA962881-B511-47E8-9140-99615374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385198" y="8283273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409" name="D-left-terminal-view-body">
            <a:extLst xmlns:a="http://schemas.openxmlformats.org/drawingml/2006/main">
              <a:ext uri="{FF2B5EF4-FFF2-40B4-BE49-F238E27FC236}">
                <a16:creationId xmlns:a16="http://schemas.microsoft.com/office/drawing/2014/main" id="{915AB133-B692-4094-A38F-6503C17F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9425559" y="5982081"/>
            <a:ext cx="256032" cy="170688"/>
          </a:xfrm>
          <a:prstGeom xmlns:a="http://schemas.openxmlformats.org/drawingml/2006/main" prst="roundRect">
            <a:avLst>
              <a:gd name="adj" fmla="val 44643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410" name="D-left-terminal-view-barrel">
            <a:extLst xmlns:a="http://schemas.openxmlformats.org/drawingml/2006/main">
              <a:ext uri="{FF2B5EF4-FFF2-40B4-BE49-F238E27FC236}">
                <a16:creationId xmlns:a16="http://schemas.microsoft.com/office/drawing/2014/main" id="{59B5A374-553E-42C7-9ECF-A1F30CA3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9363820" y="6100535"/>
            <a:ext cx="117348" cy="1173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411" name="D-left-terminal-view-aperture">
            <a:extLst xmlns:a="http://schemas.openxmlformats.org/drawingml/2006/main">
              <a:ext uri="{FF2B5EF4-FFF2-40B4-BE49-F238E27FC236}">
                <a16:creationId xmlns:a16="http://schemas.microsoft.com/office/drawing/2014/main" id="{29B593F9-6A25-424E-92DE-0C86C39B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9332724" y="6142582"/>
            <a:ext cx="74676" cy="106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412" name="D-left-terminal-view-glass">
            <a:extLst xmlns:a="http://schemas.openxmlformats.org/drawingml/2006/main">
              <a:ext uri="{FF2B5EF4-FFF2-40B4-BE49-F238E27FC236}">
                <a16:creationId xmlns:a16="http://schemas.microsoft.com/office/drawing/2014/main" id="{1627FEEB-081F-473B-8154-1E7D131F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9344254" y="6171104"/>
            <a:ext cx="34138" cy="618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413" name="D-left-terminal-view-viewfinder">
            <a:extLst xmlns:a="http://schemas.openxmlformats.org/drawingml/2006/main">
              <a:ext uri="{FF2B5EF4-FFF2-40B4-BE49-F238E27FC236}">
                <a16:creationId xmlns:a16="http://schemas.microsoft.com/office/drawing/2014/main" id="{834EC052-2DE7-4FDF-B996-C82AC1B1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9592974" y="6109785"/>
            <a:ext cx="96012" cy="533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414" name="D-left-terminal-view-mount">
            <a:extLst xmlns:a="http://schemas.openxmlformats.org/drawingml/2006/main">
              <a:ext uri="{FF2B5EF4-FFF2-40B4-BE49-F238E27FC236}">
                <a16:creationId xmlns:a16="http://schemas.microsoft.com/office/drawing/2014/main" id="{86507EB0-D956-4924-B50B-8E25879C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9654581" y="5928420"/>
            <a:ext cx="42672" cy="106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415" name="D-left-path-segment-1">
            <a:extLst xmlns:a="http://schemas.openxmlformats.org/drawingml/2006/main">
              <a:ext uri="{FF2B5EF4-FFF2-40B4-BE49-F238E27FC236}">
                <a16:creationId xmlns:a16="http://schemas.microsoft.com/office/drawing/2014/main" id="{1857CDA1-1F31-4751-AB44-D049DC2A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553325" y="7734300"/>
            <a:ext cx="4000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D43A34"/>
            </a:solidFill>
            <a:prstDash val="dash"/>
          </a:ln>
        </p:spPr>
      </p:sp>
      <p:sp>
        <p:nvSpPr>
          <p:cNvPr id="416" name="D-left-path-segment-2">
            <a:extLst xmlns:a="http://schemas.openxmlformats.org/drawingml/2006/main">
              <a:ext uri="{FF2B5EF4-FFF2-40B4-BE49-F238E27FC236}">
                <a16:creationId xmlns:a16="http://schemas.microsoft.com/office/drawing/2014/main" id="{8E9A6279-9B78-4863-B7ED-A86715E9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53375" y="7105650"/>
            <a:ext cx="30480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D43A34"/>
            </a:solidFill>
            <a:prstDash val="dash"/>
          </a:ln>
        </p:spPr>
      </p:sp>
      <p:sp>
        <p:nvSpPr>
          <p:cNvPr id="417" name="D-left-path-segment-3">
            <a:extLst xmlns:a="http://schemas.openxmlformats.org/drawingml/2006/main">
              <a:ext uri="{FF2B5EF4-FFF2-40B4-BE49-F238E27FC236}">
                <a16:creationId xmlns:a16="http://schemas.microsoft.com/office/drawing/2014/main" id="{B2867498-AE09-4A8F-9F0B-AFC038BA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58175" y="6486525"/>
            <a:ext cx="3619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D43A34"/>
            </a:solidFill>
            <a:prstDash val="dash"/>
          </a:ln>
        </p:spPr>
      </p:sp>
      <p:sp>
        <p:nvSpPr>
          <p:cNvPr id="418" name="D-left-path-segment-4">
            <a:extLst xmlns:a="http://schemas.openxmlformats.org/drawingml/2006/main">
              <a:ext uri="{FF2B5EF4-FFF2-40B4-BE49-F238E27FC236}">
                <a16:creationId xmlns:a16="http://schemas.microsoft.com/office/drawing/2014/main" id="{2BAF94C8-F043-4122-89A5-26B91596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620125" y="6153150"/>
            <a:ext cx="91440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D43A34"/>
            </a:solidFill>
            <a:prstDash val="dash"/>
          </a:ln>
        </p:spPr>
      </p:sp>
      <p:sp>
        <p:nvSpPr>
          <p:cNvPr id="419" name="D-left-path-head">
            <a:extLst xmlns:a="http://schemas.openxmlformats.org/drawingml/2006/main">
              <a:ext uri="{FF2B5EF4-FFF2-40B4-BE49-F238E27FC236}">
                <a16:creationId xmlns:a16="http://schemas.microsoft.com/office/drawing/2014/main" id="{86E53F21-CD46-4401-A290-A44DF2CF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198139">
            <a:off x="9467850" y="60864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3A34"/>
          </a:solidFill>
          <a:ln xmlns:a="http://schemas.openxmlformats.org/drawingml/2006/main" w="4763">
            <a:solidFill>
              <a:srgbClr val="D43A34"/>
            </a:solidFill>
            <a:prstDash val="solid"/>
          </a:ln>
        </p:spPr>
      </p:sp>
      <p:sp>
        <p:nvSpPr>
          <p:cNvPr id="420" name="D-left-cross">
            <a:extLst xmlns:a="http://schemas.openxmlformats.org/drawingml/2006/main">
              <a:ext uri="{FF2B5EF4-FFF2-40B4-BE49-F238E27FC236}">
                <a16:creationId xmlns:a16="http://schemas.microsoft.com/office/drawing/2014/main" id="{4D964EDC-849C-4828-9EA9-76AA0089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1913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421" name="D-left-x0-label">
            <a:extLst xmlns:a="http://schemas.openxmlformats.org/drawingml/2006/main">
              <a:ext uri="{FF2B5EF4-FFF2-40B4-BE49-F238E27FC236}">
                <a16:creationId xmlns:a16="http://schemas.microsoft.com/office/drawing/2014/main" id="{463400AB-814B-451D-9570-DD6D8042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85820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rPr>
              <a:t>x₀</a:t>
            </a:r>
          </a:p>
        </p:txBody>
      </p:sp>
      <p:sp>
        <p:nvSpPr>
          <p:cNvPr id="422" name="D-left-coverage-outer">
            <a:extLst xmlns:a="http://schemas.openxmlformats.org/drawingml/2006/main">
              <a:ext uri="{FF2B5EF4-FFF2-40B4-BE49-F238E27FC236}">
                <a16:creationId xmlns:a16="http://schemas.microsoft.com/office/drawing/2014/main" id="{F7544E7B-97AE-4D3E-96B4-151A84B8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67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9525">
            <a:solidFill>
              <a:srgbClr val="2F3742"/>
            </a:solidFill>
            <a:prstDash val="solid"/>
          </a:ln>
        </p:spPr>
      </p:sp>
      <p:sp>
        <p:nvSpPr>
          <p:cNvPr id="423" name="D-left-coverage-inner">
            <a:extLst xmlns:a="http://schemas.openxmlformats.org/drawingml/2006/main">
              <a:ext uri="{FF2B5EF4-FFF2-40B4-BE49-F238E27FC236}">
                <a16:creationId xmlns:a16="http://schemas.microsoft.com/office/drawing/2014/main" id="{D6B1F1E3-F667-4D47-8C7E-42476DD9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943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3742"/>
            </a:solidFill>
            <a:prstDash val="solid"/>
          </a:ln>
        </p:spPr>
      </p:sp>
      <p:sp>
        <p:nvSpPr>
          <p:cNvPr id="424" name="D-left-coverage-label">
            <a:extLst xmlns:a="http://schemas.openxmlformats.org/drawingml/2006/main">
              <a:ext uri="{FF2B5EF4-FFF2-40B4-BE49-F238E27FC236}">
                <a16:creationId xmlns:a16="http://schemas.microsoft.com/office/drawing/2014/main" id="{8DF6FE5F-2AB6-4FD9-B646-22F75579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38825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high ΔC</a:t>
            </a:r>
          </a:p>
        </p:txBody>
      </p:sp>
      <p:sp>
        <p:nvSpPr>
          <p:cNvPr id="425" name="D-left-rejection-box">
            <a:extLst xmlns:a="http://schemas.openxmlformats.org/drawingml/2006/main">
              <a:ext uri="{FF2B5EF4-FFF2-40B4-BE49-F238E27FC236}">
                <a16:creationId xmlns:a16="http://schemas.microsoft.com/office/drawing/2014/main" id="{97B84038-2632-4046-957B-825D56A1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7152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2DF"/>
          </a:solidFill>
          <a:ln xmlns:a="http://schemas.openxmlformats.org/drawingml/2006/main" w="11430">
            <a:solidFill>
              <a:srgbClr val="D43A34">
                <a:alpha val="70000"/>
              </a:srgbClr>
            </a:solidFill>
            <a:prstDash val="solid"/>
          </a:ln>
        </p:spPr>
        <p:txBody>
          <a:bodyPr xmlns:a="http://schemas.openxmlformats.org/drawingml/2006/main" lIns="114300" tIns="8572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✕  clearance dₘᵢₙ &lt; 0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✕  peak input &gt; uₘₐₓ</a:t>
            </a:r>
          </a:p>
        </p:txBody>
      </p:sp>
      <p:sp>
        <p:nvSpPr>
          <p:cNvPr id="426" name="D-left-result">
            <a:extLst xmlns:a="http://schemas.openxmlformats.org/drawingml/2006/main">
              <a:ext uri="{FF2B5EF4-FFF2-40B4-BE49-F238E27FC236}">
                <a16:creationId xmlns:a16="http://schemas.microsoft.com/office/drawing/2014/main" id="{1EA1E01F-477B-4FC3-9800-B0501686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85058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02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Rejected after rollout</a:t>
            </a:r>
          </a:p>
        </p:txBody>
      </p:sp>
      <p:sp>
        <p:nvSpPr>
          <p:cNvPr id="427" name="D-right-envelope-horizontal">
            <a:extLst xmlns:a="http://schemas.openxmlformats.org/drawingml/2006/main">
              <a:ext uri="{FF2B5EF4-FFF2-40B4-BE49-F238E27FC236}">
                <a16:creationId xmlns:a16="http://schemas.microsoft.com/office/drawing/2014/main" id="{54038071-B71B-4804-9285-F0CB76A5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299" y="6788372"/>
            <a:ext cx="2302002" cy="391478"/>
          </a:xfrm>
          <a:prstGeom xmlns:a="http://schemas.openxmlformats.org/drawingml/2006/main" prst="roundRect">
            <a:avLst>
              <a:gd name="adj" fmla="val 19465"/>
            </a:avLst>
          </a:prstGeom>
          <a:solidFill xmlns:a="http://schemas.openxmlformats.org/drawingml/2006/main">
            <a:srgbClr val="DCEBFA">
              <a:alpha val="20000"/>
            </a:srgbClr>
          </a:solidFill>
          <a:ln xmlns:a="http://schemas.openxmlformats.org/drawingml/2006/main" w="13335">
            <a:solidFill>
              <a:srgbClr val="2878C8">
                <a:alpha val="70000"/>
              </a:srgbClr>
            </a:solidFill>
            <a:prstDash val="dash"/>
          </a:ln>
        </p:spPr>
      </p:sp>
      <p:sp>
        <p:nvSpPr>
          <p:cNvPr id="428" name="D-right-envelope-vertical">
            <a:extLst xmlns:a="http://schemas.openxmlformats.org/drawingml/2006/main">
              <a:ext uri="{FF2B5EF4-FFF2-40B4-BE49-F238E27FC236}">
                <a16:creationId xmlns:a16="http://schemas.microsoft.com/office/drawing/2014/main" id="{7041883D-B3F2-463F-ABA0-D22B79EF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7828" y="6253353"/>
            <a:ext cx="694944" cy="1409319"/>
          </a:xfrm>
          <a:prstGeom xmlns:a="http://schemas.openxmlformats.org/drawingml/2006/main" prst="roundRect">
            <a:avLst>
              <a:gd name="adj" fmla="val 10965"/>
            </a:avLst>
          </a:prstGeom>
          <a:solidFill xmlns:a="http://schemas.openxmlformats.org/drawingml/2006/main">
            <a:srgbClr val="DCEBFA">
              <a:alpha val="16000"/>
            </a:srgbClr>
          </a:solidFill>
          <a:ln xmlns:a="http://schemas.openxmlformats.org/drawingml/2006/main" w="13335">
            <a:solidFill>
              <a:srgbClr val="2878C8">
                <a:alpha val="70000"/>
              </a:srgbClr>
            </a:solidFill>
            <a:prstDash val="dash"/>
          </a:ln>
        </p:spPr>
      </p:sp>
      <p:sp>
        <p:nvSpPr>
          <p:cNvPr id="429" name="D-right-iss-left-outer">
            <a:extLst xmlns:a="http://schemas.openxmlformats.org/drawingml/2006/main">
              <a:ext uri="{FF2B5EF4-FFF2-40B4-BE49-F238E27FC236}">
                <a16:creationId xmlns:a16="http://schemas.microsoft.com/office/drawing/2014/main" id="{C5CC5E24-38D6-4313-A41F-05DDF549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11001375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430" name="D-right-iss-left-outer-grid">
            <a:extLst xmlns:a="http://schemas.openxmlformats.org/drawingml/2006/main">
              <a:ext uri="{FF2B5EF4-FFF2-40B4-BE49-F238E27FC236}">
                <a16:creationId xmlns:a16="http://schemas.microsoft.com/office/drawing/2014/main" id="{1E7868D4-E85C-431D-AE21-E032542E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1375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431" name="D-right-iss-left-inner">
            <a:extLst xmlns:a="http://schemas.openxmlformats.org/drawingml/2006/main">
              <a:ext uri="{FF2B5EF4-FFF2-40B4-BE49-F238E27FC236}">
                <a16:creationId xmlns:a16="http://schemas.microsoft.com/office/drawing/2014/main" id="{6594DBC0-D4C9-416F-809C-54B58939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11454098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432" name="D-right-iss-left-inner-grid">
            <a:extLst xmlns:a="http://schemas.openxmlformats.org/drawingml/2006/main">
              <a:ext uri="{FF2B5EF4-FFF2-40B4-BE49-F238E27FC236}">
                <a16:creationId xmlns:a16="http://schemas.microsoft.com/office/drawing/2014/main" id="{8D803C46-1506-4974-86BF-B3561D56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54098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433" name="D-right-iss-right-inner">
            <a:extLst xmlns:a="http://schemas.openxmlformats.org/drawingml/2006/main">
              <a:ext uri="{FF2B5EF4-FFF2-40B4-BE49-F238E27FC236}">
                <a16:creationId xmlns:a16="http://schemas.microsoft.com/office/drawing/2014/main" id="{CB432BB8-D1FD-4D36-9FEA-10090A1D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12008453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434" name="D-right-iss-right-inner-grid">
            <a:extLst xmlns:a="http://schemas.openxmlformats.org/drawingml/2006/main">
              <a:ext uri="{FF2B5EF4-FFF2-40B4-BE49-F238E27FC236}">
                <a16:creationId xmlns:a16="http://schemas.microsoft.com/office/drawing/2014/main" id="{9F7CB179-C007-432A-B544-3D0781BB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008453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435" name="D-right-iss-right-outer">
            <a:extLst xmlns:a="http://schemas.openxmlformats.org/drawingml/2006/main">
              <a:ext uri="{FF2B5EF4-FFF2-40B4-BE49-F238E27FC236}">
                <a16:creationId xmlns:a16="http://schemas.microsoft.com/office/drawing/2014/main" id="{61B99731-5948-4CB6-8A64-1438F8FE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12461177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436" name="D-right-iss-right-outer-grid">
            <a:extLst xmlns:a="http://schemas.openxmlformats.org/drawingml/2006/main">
              <a:ext uri="{FF2B5EF4-FFF2-40B4-BE49-F238E27FC236}">
                <a16:creationId xmlns:a16="http://schemas.microsoft.com/office/drawing/2014/main" id="{3ED62851-DB09-4505-ADCB-D26E4581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461177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437" name="D-right-iss-truss">
            <a:extLst xmlns:a="http://schemas.openxmlformats.org/drawingml/2006/main">
              <a:ext uri="{FF2B5EF4-FFF2-40B4-BE49-F238E27FC236}">
                <a16:creationId xmlns:a16="http://schemas.microsoft.com/office/drawing/2014/main" id="{DB8B3F2B-AEDE-43EA-BDD2-C22DA20C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0074" y="6949250"/>
            <a:ext cx="1330452" cy="81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38" name="D-right-iss-truss-0">
            <a:extLst xmlns:a="http://schemas.openxmlformats.org/drawingml/2006/main">
              <a:ext uri="{FF2B5EF4-FFF2-40B4-BE49-F238E27FC236}">
                <a16:creationId xmlns:a16="http://schemas.microsoft.com/office/drawing/2014/main" id="{02D025B9-EA99-4A0E-A9CD-7501130E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97031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39" name="D-right-iss-truss-1">
            <a:extLst xmlns:a="http://schemas.openxmlformats.org/drawingml/2006/main">
              <a:ext uri="{FF2B5EF4-FFF2-40B4-BE49-F238E27FC236}">
                <a16:creationId xmlns:a16="http://schemas.microsoft.com/office/drawing/2014/main" id="{A53AAE99-E758-4B52-9101-FB1F27B7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39315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0" name="D-right-iss-truss-2">
            <a:extLst xmlns:a="http://schemas.openxmlformats.org/drawingml/2006/main">
              <a:ext uri="{FF2B5EF4-FFF2-40B4-BE49-F238E27FC236}">
                <a16:creationId xmlns:a16="http://schemas.microsoft.com/office/drawing/2014/main" id="{4CA725AA-EB65-43DC-8E2F-2E1EBA60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81600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1" name="D-right-iss-truss-3">
            <a:extLst xmlns:a="http://schemas.openxmlformats.org/drawingml/2006/main">
              <a:ext uri="{FF2B5EF4-FFF2-40B4-BE49-F238E27FC236}">
                <a16:creationId xmlns:a16="http://schemas.microsoft.com/office/drawing/2014/main" id="{A896893D-CBF5-4BC8-9056-FFEBA233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723884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2" name="D-right-iss-truss-4">
            <a:extLst xmlns:a="http://schemas.openxmlformats.org/drawingml/2006/main">
              <a:ext uri="{FF2B5EF4-FFF2-40B4-BE49-F238E27FC236}">
                <a16:creationId xmlns:a16="http://schemas.microsoft.com/office/drawing/2014/main" id="{8BF46C5F-9977-4BAD-A2C0-999A8BDF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66169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3" name="D-right-iss-truss-5">
            <a:extLst xmlns:a="http://schemas.openxmlformats.org/drawingml/2006/main">
              <a:ext uri="{FF2B5EF4-FFF2-40B4-BE49-F238E27FC236}">
                <a16:creationId xmlns:a16="http://schemas.microsoft.com/office/drawing/2014/main" id="{E069AC9D-146D-4755-A275-73E5B8BA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008453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4" name="D-right-iss-truss-6">
            <a:extLst xmlns:a="http://schemas.openxmlformats.org/drawingml/2006/main">
              <a:ext uri="{FF2B5EF4-FFF2-40B4-BE49-F238E27FC236}">
                <a16:creationId xmlns:a16="http://schemas.microsoft.com/office/drawing/2014/main" id="{85A10C34-0CC3-4C19-9C41-83E56509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50738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5" name="D-right-iss-truss-7">
            <a:extLst xmlns:a="http://schemas.openxmlformats.org/drawingml/2006/main">
              <a:ext uri="{FF2B5EF4-FFF2-40B4-BE49-F238E27FC236}">
                <a16:creationId xmlns:a16="http://schemas.microsoft.com/office/drawing/2014/main" id="{82399200-34FF-4D28-8A96-8486E955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293022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6" name="D-right-iss-truss-8">
            <a:extLst xmlns:a="http://schemas.openxmlformats.org/drawingml/2006/main">
              <a:ext uri="{FF2B5EF4-FFF2-40B4-BE49-F238E27FC236}">
                <a16:creationId xmlns:a16="http://schemas.microsoft.com/office/drawing/2014/main" id="{91977D3E-4766-4464-BE09-0DC7DCB2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435307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7" name="D-right-iss-spine">
            <a:extLst xmlns:a="http://schemas.openxmlformats.org/drawingml/2006/main">
              <a:ext uri="{FF2B5EF4-FFF2-40B4-BE49-F238E27FC236}">
                <a16:creationId xmlns:a16="http://schemas.microsoft.com/office/drawing/2014/main" id="{A1B72ABB-80F4-4CA7-AD29-6B09189B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2147" y="6460617"/>
            <a:ext cx="166307" cy="1009841"/>
          </a:xfrm>
          <a:prstGeom xmlns:a="http://schemas.openxmlformats.org/drawingml/2006/main" prst="roundRect">
            <a:avLst>
              <a:gd name="adj" fmla="val 45819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1430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8" name="D-right-iss-lab">
            <a:extLst xmlns:a="http://schemas.openxmlformats.org/drawingml/2006/main">
              <a:ext uri="{FF2B5EF4-FFF2-40B4-BE49-F238E27FC236}">
                <a16:creationId xmlns:a16="http://schemas.microsoft.com/office/drawing/2014/main" id="{77C3C914-9869-46AD-BC16-32BEBC41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6601" y="6873240"/>
            <a:ext cx="517398" cy="173736"/>
          </a:xfrm>
          <a:prstGeom xmlns:a="http://schemas.openxmlformats.org/drawingml/2006/main" prst="roundRect">
            <a:avLst>
              <a:gd name="adj" fmla="val 43860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9" name="D-right-iss-node">
            <a:extLst xmlns:a="http://schemas.openxmlformats.org/drawingml/2006/main">
              <a:ext uri="{FF2B5EF4-FFF2-40B4-BE49-F238E27FC236}">
                <a16:creationId xmlns:a16="http://schemas.microsoft.com/office/drawing/2014/main" id="{BD456914-B128-488C-8FD3-8257BD42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764655"/>
            <a:ext cx="295656" cy="184595"/>
          </a:xfrm>
          <a:prstGeom xmlns:a="http://schemas.openxmlformats.org/drawingml/2006/main" prst="roundRect">
            <a:avLst>
              <a:gd name="adj" fmla="val 41280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50" name="D-right-iss-lower">
            <a:extLst xmlns:a="http://schemas.openxmlformats.org/drawingml/2006/main">
              <a:ext uri="{FF2B5EF4-FFF2-40B4-BE49-F238E27FC236}">
                <a16:creationId xmlns:a16="http://schemas.microsoft.com/office/drawing/2014/main" id="{F7C83EA0-B834-4C3C-A9CC-F8A154EF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0515" y="7166420"/>
            <a:ext cx="369570" cy="184595"/>
          </a:xfrm>
          <a:prstGeom xmlns:a="http://schemas.openxmlformats.org/drawingml/2006/main" prst="roundRect">
            <a:avLst>
              <a:gd name="adj" fmla="val 41280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51" name="D-right-iss-hub">
            <a:extLst xmlns:a="http://schemas.openxmlformats.org/drawingml/2006/main">
              <a:ext uri="{FF2B5EF4-FFF2-40B4-BE49-F238E27FC236}">
                <a16:creationId xmlns:a16="http://schemas.microsoft.com/office/drawing/2014/main" id="{56273B11-1724-4FC0-B67F-4ACC1EB0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3668" y="6878669"/>
            <a:ext cx="203264" cy="195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5E8">
              <a:alpha val="55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52" name="D-right-x0-upper-boom">
            <a:extLst xmlns:a="http://schemas.openxmlformats.org/drawingml/2006/main">
              <a:ext uri="{FF2B5EF4-FFF2-40B4-BE49-F238E27FC236}">
                <a16:creationId xmlns:a16="http://schemas.microsoft.com/office/drawing/2014/main" id="{BDA8DA67-DFCF-4B8E-90B2-DAD19381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64900" y="8221180"/>
            <a:ext cx="20574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453" name="D-right-x0-lower-boom">
            <a:extLst xmlns:a="http://schemas.openxmlformats.org/drawingml/2006/main">
              <a:ext uri="{FF2B5EF4-FFF2-40B4-BE49-F238E27FC236}">
                <a16:creationId xmlns:a16="http://schemas.microsoft.com/office/drawing/2014/main" id="{8A4B1D96-0C58-4995-AEEC-58E78336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707676" y="8422424"/>
            <a:ext cx="20574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454" name="D-right-x0-upper-panel">
            <a:extLst xmlns:a="http://schemas.openxmlformats.org/drawingml/2006/main">
              <a:ext uri="{FF2B5EF4-FFF2-40B4-BE49-F238E27FC236}">
                <a16:creationId xmlns:a16="http://schemas.microsoft.com/office/drawing/2014/main" id="{135FCEC2-F6B7-4C21-AD41-5D8330D1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581213" y="8109971"/>
            <a:ext cx="150876" cy="130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455" name="D-right-x0-upper-grid--5.5">
            <a:extLst xmlns:a="http://schemas.openxmlformats.org/drawingml/2006/main">
              <a:ext uri="{FF2B5EF4-FFF2-40B4-BE49-F238E27FC236}">
                <a16:creationId xmlns:a16="http://schemas.microsoft.com/office/drawing/2014/main" id="{902D35AB-9160-41E6-AF2B-796AE0FC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17013" y="8121242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56" name="D-right-x0-upper-grid-0">
            <a:extLst xmlns:a="http://schemas.openxmlformats.org/drawingml/2006/main">
              <a:ext uri="{FF2B5EF4-FFF2-40B4-BE49-F238E27FC236}">
                <a16:creationId xmlns:a16="http://schemas.microsoft.com/office/drawing/2014/main" id="{8E4C8918-2B16-4BCD-8509-7B2BE6A1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53908" y="8113400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57" name="D-right-x0-upper-grid-5.5">
            <a:extLst xmlns:a="http://schemas.openxmlformats.org/drawingml/2006/main">
              <a:ext uri="{FF2B5EF4-FFF2-40B4-BE49-F238E27FC236}">
                <a16:creationId xmlns:a16="http://schemas.microsoft.com/office/drawing/2014/main" id="{A7632B34-347E-4232-B218-F7732A12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90803" y="8105558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58" name="D-right-x0-lower-panel">
            <a:extLst xmlns:a="http://schemas.openxmlformats.org/drawingml/2006/main">
              <a:ext uri="{FF2B5EF4-FFF2-40B4-BE49-F238E27FC236}">
                <a16:creationId xmlns:a16="http://schemas.microsoft.com/office/drawing/2014/main" id="{C9DAA5BD-5CC3-4F81-9814-834BF0F0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61061" y="8485627"/>
            <a:ext cx="150876" cy="130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459" name="D-right-x0-lower-grid--5.5">
            <a:extLst xmlns:a="http://schemas.openxmlformats.org/drawingml/2006/main">
              <a:ext uri="{FF2B5EF4-FFF2-40B4-BE49-F238E27FC236}">
                <a16:creationId xmlns:a16="http://schemas.microsoft.com/office/drawing/2014/main" id="{3D37B700-D9F3-4294-B24A-B468BD77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96861" y="8496898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60" name="D-right-x0-lower-grid-0">
            <a:extLst xmlns:a="http://schemas.openxmlformats.org/drawingml/2006/main">
              <a:ext uri="{FF2B5EF4-FFF2-40B4-BE49-F238E27FC236}">
                <a16:creationId xmlns:a16="http://schemas.microsoft.com/office/drawing/2014/main" id="{6C1201E4-1F56-41DA-AE6D-4218756D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733756" y="8489056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61" name="D-right-x0-lower-grid-5.5">
            <a:extLst xmlns:a="http://schemas.openxmlformats.org/drawingml/2006/main">
              <a:ext uri="{FF2B5EF4-FFF2-40B4-BE49-F238E27FC236}">
                <a16:creationId xmlns:a16="http://schemas.microsoft.com/office/drawing/2014/main" id="{67863248-9A9F-4FB8-AC1C-C6FC74A0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770651" y="8481214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62" name="D-right-x0-body">
            <a:extLst xmlns:a="http://schemas.openxmlformats.org/drawingml/2006/main">
              <a:ext uri="{FF2B5EF4-FFF2-40B4-BE49-F238E27FC236}">
                <a16:creationId xmlns:a16="http://schemas.microsoft.com/office/drawing/2014/main" id="{7A9FE448-98E2-4D1C-A38B-51E10070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03992" y="8277225"/>
            <a:ext cx="18516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463" name="D-right-x0-body-panel">
            <a:extLst xmlns:a="http://schemas.openxmlformats.org/drawingml/2006/main">
              <a:ext uri="{FF2B5EF4-FFF2-40B4-BE49-F238E27FC236}">
                <a16:creationId xmlns:a16="http://schemas.microsoft.com/office/drawing/2014/main" id="{7515F2F3-D7F1-4FB4-A26C-7BC8C7E8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38732" y="8322651"/>
            <a:ext cx="75438" cy="891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464" name="D-right-x0-camera-housing">
            <a:extLst xmlns:a="http://schemas.openxmlformats.org/drawingml/2006/main">
              <a:ext uri="{FF2B5EF4-FFF2-40B4-BE49-F238E27FC236}">
                <a16:creationId xmlns:a16="http://schemas.microsoft.com/office/drawing/2014/main" id="{35C13BDF-1563-4ACE-9A4B-9C4DD759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769465" y="8300991"/>
            <a:ext cx="82296" cy="7543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465" name="D-right-x0-camera-aperture">
            <a:extLst xmlns:a="http://schemas.openxmlformats.org/drawingml/2006/main">
              <a:ext uri="{FF2B5EF4-FFF2-40B4-BE49-F238E27FC236}">
                <a16:creationId xmlns:a16="http://schemas.microsoft.com/office/drawing/2014/main" id="{9E606730-301A-42C1-B79F-7E7994F7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833567" y="8294439"/>
            <a:ext cx="48006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466" name="D-right-x0-camera-glass">
            <a:extLst xmlns:a="http://schemas.openxmlformats.org/drawingml/2006/main">
              <a:ext uri="{FF2B5EF4-FFF2-40B4-BE49-F238E27FC236}">
                <a16:creationId xmlns:a16="http://schemas.microsoft.com/office/drawing/2014/main" id="{5C2F933C-91A4-4346-AE93-7A9C0EE6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853991" y="8310159"/>
            <a:ext cx="20574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467" name="D-right-x0-antenna">
            <a:extLst xmlns:a="http://schemas.openxmlformats.org/drawingml/2006/main">
              <a:ext uri="{FF2B5EF4-FFF2-40B4-BE49-F238E27FC236}">
                <a16:creationId xmlns:a16="http://schemas.microsoft.com/office/drawing/2014/main" id="{C0D34B07-2C32-4F5B-8105-065C18C6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04648" y="8283273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468" name="D-right-terminal-view-body">
            <a:extLst xmlns:a="http://schemas.openxmlformats.org/drawingml/2006/main">
              <a:ext uri="{FF2B5EF4-FFF2-40B4-BE49-F238E27FC236}">
                <a16:creationId xmlns:a16="http://schemas.microsoft.com/office/drawing/2014/main" id="{1A9ABF11-F29F-4409-B176-5296FC00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12825984" y="6001131"/>
            <a:ext cx="256032" cy="170688"/>
          </a:xfrm>
          <a:prstGeom xmlns:a="http://schemas.openxmlformats.org/drawingml/2006/main" prst="roundRect">
            <a:avLst>
              <a:gd name="adj" fmla="val 44643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469" name="D-right-terminal-view-barrel">
            <a:extLst xmlns:a="http://schemas.openxmlformats.org/drawingml/2006/main">
              <a:ext uri="{FF2B5EF4-FFF2-40B4-BE49-F238E27FC236}">
                <a16:creationId xmlns:a16="http://schemas.microsoft.com/office/drawing/2014/main" id="{D742398F-95C0-4FEC-94EA-E9B97EF5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12764245" y="6119585"/>
            <a:ext cx="117348" cy="1173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470" name="D-right-terminal-view-aperture">
            <a:extLst xmlns:a="http://schemas.openxmlformats.org/drawingml/2006/main">
              <a:ext uri="{FF2B5EF4-FFF2-40B4-BE49-F238E27FC236}">
                <a16:creationId xmlns:a16="http://schemas.microsoft.com/office/drawing/2014/main" id="{DD94E96E-B27A-48C7-ABE6-7F8B158B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12733149" y="6161632"/>
            <a:ext cx="74676" cy="106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471" name="D-right-terminal-view-glass">
            <a:extLst xmlns:a="http://schemas.openxmlformats.org/drawingml/2006/main">
              <a:ext uri="{FF2B5EF4-FFF2-40B4-BE49-F238E27FC236}">
                <a16:creationId xmlns:a16="http://schemas.microsoft.com/office/drawing/2014/main" id="{A5F25BFE-EC56-439C-A78D-3BCE97B2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12744679" y="6190154"/>
            <a:ext cx="34138" cy="618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472" name="D-right-terminal-view-viewfinder">
            <a:extLst xmlns:a="http://schemas.openxmlformats.org/drawingml/2006/main">
              <a:ext uri="{FF2B5EF4-FFF2-40B4-BE49-F238E27FC236}">
                <a16:creationId xmlns:a16="http://schemas.microsoft.com/office/drawing/2014/main" id="{768DE960-77F6-485B-97A6-C4510C1C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12993399" y="6128835"/>
            <a:ext cx="96012" cy="533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473" name="D-right-terminal-view-mount">
            <a:extLst xmlns:a="http://schemas.openxmlformats.org/drawingml/2006/main">
              <a:ext uri="{FF2B5EF4-FFF2-40B4-BE49-F238E27FC236}">
                <a16:creationId xmlns:a16="http://schemas.microsoft.com/office/drawing/2014/main" id="{2BD8EDB8-17FD-4D35-9E41-BC207688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13055006" y="5947470"/>
            <a:ext cx="42672" cy="106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474" name="D-right-path-segment-1">
            <a:extLst xmlns:a="http://schemas.openxmlformats.org/drawingml/2006/main">
              <a:ext uri="{FF2B5EF4-FFF2-40B4-BE49-F238E27FC236}">
                <a16:creationId xmlns:a16="http://schemas.microsoft.com/office/drawing/2014/main" id="{47333508-D739-4568-A186-59D09B30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01350" y="8220075"/>
            <a:ext cx="53340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45DA0"/>
            </a:solidFill>
            <a:prstDash val="solid"/>
          </a:ln>
        </p:spPr>
      </p:sp>
      <p:sp>
        <p:nvSpPr>
          <p:cNvPr id="475" name="D-right-path-segment-2">
            <a:extLst xmlns:a="http://schemas.openxmlformats.org/drawingml/2006/main">
              <a:ext uri="{FF2B5EF4-FFF2-40B4-BE49-F238E27FC236}">
                <a16:creationId xmlns:a16="http://schemas.microsoft.com/office/drawing/2014/main" id="{32E2C268-A076-4D5F-966B-08A5E897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34750" y="8572500"/>
            <a:ext cx="85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45DA0"/>
            </a:solidFill>
            <a:prstDash val="solid"/>
          </a:ln>
        </p:spPr>
      </p:sp>
      <p:sp>
        <p:nvSpPr>
          <p:cNvPr id="476" name="D-right-path-segment-3">
            <a:extLst xmlns:a="http://schemas.openxmlformats.org/drawingml/2006/main">
              <a:ext uri="{FF2B5EF4-FFF2-40B4-BE49-F238E27FC236}">
                <a16:creationId xmlns:a16="http://schemas.microsoft.com/office/drawing/2014/main" id="{1D5DC37B-99F0-43CF-B96B-08720B69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192000" y="8096250"/>
            <a:ext cx="88582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45DA0"/>
            </a:solidFill>
            <a:prstDash val="solid"/>
          </a:ln>
        </p:spPr>
      </p:sp>
      <p:sp>
        <p:nvSpPr>
          <p:cNvPr id="477" name="D-right-path-segment-4">
            <a:extLst xmlns:a="http://schemas.openxmlformats.org/drawingml/2006/main">
              <a:ext uri="{FF2B5EF4-FFF2-40B4-BE49-F238E27FC236}">
                <a16:creationId xmlns:a16="http://schemas.microsoft.com/office/drawing/2014/main" id="{E2C13511-D3A4-4FFC-AC0B-DDFD70EE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077825" y="7229475"/>
            <a:ext cx="200025" cy="866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45DA0"/>
            </a:solidFill>
            <a:prstDash val="solid"/>
          </a:ln>
        </p:spPr>
      </p:sp>
      <p:sp>
        <p:nvSpPr>
          <p:cNvPr id="478" name="D-right-path-segment-5">
            <a:extLst xmlns:a="http://schemas.openxmlformats.org/drawingml/2006/main">
              <a:ext uri="{FF2B5EF4-FFF2-40B4-BE49-F238E27FC236}">
                <a16:creationId xmlns:a16="http://schemas.microsoft.com/office/drawing/2014/main" id="{66A5F48D-A323-4696-9BA0-9626B38A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3115925" y="6477000"/>
            <a:ext cx="161925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45DA0"/>
            </a:solidFill>
            <a:prstDash val="solid"/>
          </a:ln>
        </p:spPr>
      </p:sp>
      <p:sp>
        <p:nvSpPr>
          <p:cNvPr id="479" name="D-right-path-segment-6">
            <a:extLst xmlns:a="http://schemas.openxmlformats.org/drawingml/2006/main">
              <a:ext uri="{FF2B5EF4-FFF2-40B4-BE49-F238E27FC236}">
                <a16:creationId xmlns:a16="http://schemas.microsoft.com/office/drawing/2014/main" id="{CF0F6529-01EE-487E-895A-ED8D7A71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2944475" y="6172200"/>
            <a:ext cx="17145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45DA0"/>
            </a:solidFill>
            <a:prstDash val="solid"/>
          </a:ln>
        </p:spPr>
      </p:sp>
      <p:sp>
        <p:nvSpPr>
          <p:cNvPr id="480" name="D-right-path-head">
            <a:extLst xmlns:a="http://schemas.openxmlformats.org/drawingml/2006/main">
              <a:ext uri="{FF2B5EF4-FFF2-40B4-BE49-F238E27FC236}">
                <a16:creationId xmlns:a16="http://schemas.microsoft.com/office/drawing/2014/main" id="{76A6E1A7-446E-4308-876C-BBAF00DA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61465">
            <a:off x="12877800" y="61055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481" name="D-right-x0-label">
            <a:extLst xmlns:a="http://schemas.openxmlformats.org/drawingml/2006/main">
              <a:ext uri="{FF2B5EF4-FFF2-40B4-BE49-F238E27FC236}">
                <a16:creationId xmlns:a16="http://schemas.microsoft.com/office/drawing/2014/main" id="{D0421AEB-93F7-46E3-9470-982DE032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85820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rPr>
              <a:t>x₀</a:t>
            </a:r>
          </a:p>
        </p:txBody>
      </p:sp>
      <p:sp>
        <p:nvSpPr>
          <p:cNvPr id="482" name="D-right-coverage-outer">
            <a:extLst xmlns:a="http://schemas.openxmlformats.org/drawingml/2006/main">
              <a:ext uri="{FF2B5EF4-FFF2-40B4-BE49-F238E27FC236}">
                <a16:creationId xmlns:a16="http://schemas.microsoft.com/office/drawing/2014/main" id="{786EA67D-3FFA-4CB4-9E9D-4E2E4C30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2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9525">
            <a:solidFill>
              <a:srgbClr val="2F3742"/>
            </a:solidFill>
            <a:prstDash val="solid"/>
          </a:ln>
        </p:spPr>
      </p:sp>
      <p:sp>
        <p:nvSpPr>
          <p:cNvPr id="483" name="D-right-coverage-inner">
            <a:extLst xmlns:a="http://schemas.openxmlformats.org/drawingml/2006/main">
              <a:ext uri="{FF2B5EF4-FFF2-40B4-BE49-F238E27FC236}">
                <a16:creationId xmlns:a16="http://schemas.microsoft.com/office/drawing/2014/main" id="{BEFDCB46-BB49-418D-9D83-823846AA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05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3742"/>
            </a:solidFill>
            <a:prstDash val="solid"/>
          </a:ln>
        </p:spPr>
      </p:sp>
      <p:sp>
        <p:nvSpPr>
          <p:cNvPr id="484" name="D-right-coverage-label">
            <a:extLst xmlns:a="http://schemas.openxmlformats.org/drawingml/2006/main">
              <a:ext uri="{FF2B5EF4-FFF2-40B4-BE49-F238E27FC236}">
                <a16:creationId xmlns:a16="http://schemas.microsoft.com/office/drawing/2014/main" id="{CE99EFAA-710A-4AE9-8206-D5F54D91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800725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 ≥ 98%</a:t>
            </a:r>
          </a:p>
        </p:txBody>
      </p:sp>
      <p:sp>
        <p:nvSpPr>
          <p:cNvPr id="485" name="D-right-feasibility-box">
            <a:extLst xmlns:a="http://schemas.openxmlformats.org/drawingml/2006/main">
              <a:ext uri="{FF2B5EF4-FFF2-40B4-BE49-F238E27FC236}">
                <a16:creationId xmlns:a16="http://schemas.microsoft.com/office/drawing/2014/main" id="{517C0EBA-EF0A-4C90-8BB2-2D8153D4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715250"/>
            <a:ext cx="228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11430">
            <a:solidFill>
              <a:srgbClr val="145DA0">
                <a:alpha val="70000"/>
              </a:srgbClr>
            </a:solidFill>
            <a:prstDash val="solid"/>
          </a:ln>
        </p:spPr>
        <p:txBody>
          <a:bodyPr xmlns:a="http://schemas.openxmlformats.org/drawingml/2006/main" lIns="104775" tIns="8572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✓  held-input RK4 rollout</a:t>
            </a:r>
          </a:p>
          <a:p xmlns:a="http://schemas.openxmlformats.org/drawingml/2006/main">
            <a:pPr algn="l">
              <a:buNone/>
              <a:defRPr sz="1200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✓  sampled bounds + clearance</a:t>
            </a:r>
          </a:p>
          <a:p xmlns:a="http://schemas.openxmlformats.org/drawingml/2006/main">
            <a:pPr algn="l">
              <a:buNone/>
              <a:defRPr sz="1200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✓  terminal + passive audits</a:t>
            </a:r>
          </a:p>
        </p:txBody>
      </p:sp>
      <p:sp>
        <p:nvSpPr>
          <p:cNvPr id="486" name="footer-band">
            <a:extLst xmlns:a="http://schemas.openxmlformats.org/drawingml/2006/main">
              <a:ext uri="{FF2B5EF4-FFF2-40B4-BE49-F238E27FC236}">
                <a16:creationId xmlns:a16="http://schemas.microsoft.com/office/drawing/2014/main" id="{F0AABE2E-2DC5-4D00-9705-F89D6E99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9124950"/>
            <a:ext cx="13677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AAB3BF"/>
            </a:solidFill>
            <a:prstDash val="solid"/>
          </a:ln>
        </p:spPr>
      </p:sp>
      <p:sp>
        <p:nvSpPr>
          <p:cNvPr id="487" name="footer-summary">
            <a:extLst xmlns:a="http://schemas.openxmlformats.org/drawingml/2006/main">
              <a:ext uri="{FF2B5EF4-FFF2-40B4-BE49-F238E27FC236}">
                <a16:creationId xmlns:a16="http://schemas.microsoft.com/office/drawing/2014/main" id="{78052CB7-B561-4A16-BEB4-C945D5EB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20115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 i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OrbInspect links camera-valid observation nodes through finite-duration HCW SOOA edges that pass all enabled sampled audits.</a:t>
            </a:r>
          </a:p>
        </p:txBody>
      </p:sp>
    </p:spTree>
    <p:extLst>
      <p:ext uri="{BB962C8B-B14F-4D97-AF65-F5344CB8AC3E}">
        <p14:creationId xmlns:p14="http://schemas.microsoft.com/office/powerpoint/2010/main" val="556281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2026-08-01T06:33:43.9080000Z</dcterms:created>
  <dcterms:modified xsi:type="dcterms:W3CDTF">2026-08-01T06:33:43.9080000Z</dcterms:modified>
</coreProperties>
</file>